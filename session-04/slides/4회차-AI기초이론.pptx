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356" autoAdjust="0"/>
  </p:normalViewPr>
  <p:slideViewPr>
    <p:cSldViewPr snapToGrid="0">
      <p:cViewPr varScale="1">
        <p:scale>
          <a:sx n="89" d="100"/>
          <a:sy n="89" d="100"/>
        </p:scale>
        <p:origin x="69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sun Kang" userId="6f418750-b97c-4b47-8e96-2cf07ce40674" providerId="ADAL" clId="{DE8711C3-63BF-410E-9C2D-9A77239E1E60}"/>
    <pc:docChg chg="undo custSel addSld delSld modSld sldOrd">
      <pc:chgData name="Jisun Kang" userId="6f418750-b97c-4b47-8e96-2cf07ce40674" providerId="ADAL" clId="{DE8711C3-63BF-410E-9C2D-9A77239E1E60}" dt="2026-04-27T02:06:03.926" v="714" actId="47"/>
      <pc:docMkLst>
        <pc:docMk/>
      </pc:docMkLst>
      <pc:sldChg chg="delSp modSp mod ord modNotesTx">
        <pc:chgData name="Jisun Kang" userId="6f418750-b97c-4b47-8e96-2cf07ce40674" providerId="ADAL" clId="{DE8711C3-63BF-410E-9C2D-9A77239E1E60}" dt="2026-04-27T02:05:45.135" v="712" actId="6549"/>
        <pc:sldMkLst>
          <pc:docMk/>
          <pc:sldMk cId="1338213122" sldId="256"/>
        </pc:sldMkLst>
        <pc:spChg chg="del">
          <ac:chgData name="Jisun Kang" userId="6f418750-b97c-4b47-8e96-2cf07ce40674" providerId="ADAL" clId="{DE8711C3-63BF-410E-9C2D-9A77239E1E60}" dt="2026-04-26T01:29:51.622" v="56" actId="478"/>
          <ac:spMkLst>
            <pc:docMk/>
            <pc:sldMk cId="1338213122" sldId="256"/>
            <ac:spMk id="5" creationId="{AC56CBCD-DFB9-4C3C-B5C1-AB89F543E4F9}"/>
          </ac:spMkLst>
        </pc:spChg>
        <pc:spChg chg="del">
          <ac:chgData name="Jisun Kang" userId="6f418750-b97c-4b47-8e96-2cf07ce40674" providerId="ADAL" clId="{DE8711C3-63BF-410E-9C2D-9A77239E1E60}" dt="2026-04-26T01:29:52.780" v="57" actId="478"/>
          <ac:spMkLst>
            <pc:docMk/>
            <pc:sldMk cId="1338213122" sldId="256"/>
            <ac:spMk id="6" creationId="{DB0D0350-7085-47C0-9337-38343AC14843}"/>
          </ac:spMkLst>
        </pc:spChg>
        <pc:spChg chg="mod">
          <ac:chgData name="Jisun Kang" userId="6f418750-b97c-4b47-8e96-2cf07ce40674" providerId="ADAL" clId="{DE8711C3-63BF-410E-9C2D-9A77239E1E60}" dt="2026-04-26T01:26:18.371" v="3" actId="14100"/>
          <ac:spMkLst>
            <pc:docMk/>
            <pc:sldMk cId="1338213122" sldId="256"/>
            <ac:spMk id="9" creationId="{834F235A-6D0F-400A-A4E6-E0846D1E005F}"/>
          </ac:spMkLst>
        </pc:spChg>
        <pc:spChg chg="mod">
          <ac:chgData name="Jisun Kang" userId="6f418750-b97c-4b47-8e96-2cf07ce40674" providerId="ADAL" clId="{DE8711C3-63BF-410E-9C2D-9A77239E1E60}" dt="2026-04-26T01:33:21.454" v="178" actId="6549"/>
          <ac:spMkLst>
            <pc:docMk/>
            <pc:sldMk cId="1338213122" sldId="256"/>
            <ac:spMk id="14" creationId="{BF19EB49-3042-4E75-B14B-757B97C6ADF9}"/>
          </ac:spMkLst>
        </pc:spChg>
        <pc:spChg chg="mod">
          <ac:chgData name="Jisun Kang" userId="6f418750-b97c-4b47-8e96-2cf07ce40674" providerId="ADAL" clId="{DE8711C3-63BF-410E-9C2D-9A77239E1E60}" dt="2026-04-26T01:26:24.577" v="4" actId="14100"/>
          <ac:spMkLst>
            <pc:docMk/>
            <pc:sldMk cId="1338213122" sldId="256"/>
            <ac:spMk id="26" creationId="{EA1CEE04-83E5-4979-A015-604A1CA9EAE0}"/>
          </ac:spMkLst>
        </pc:spChg>
      </pc:sldChg>
      <pc:sldChg chg="delSp modSp mod modNotesTx">
        <pc:chgData name="Jisun Kang" userId="6f418750-b97c-4b47-8e96-2cf07ce40674" providerId="ADAL" clId="{DE8711C3-63BF-410E-9C2D-9A77239E1E60}" dt="2026-04-27T02:05:44.501" v="711" actId="6549"/>
        <pc:sldMkLst>
          <pc:docMk/>
          <pc:sldMk cId="1095043600" sldId="257"/>
        </pc:sldMkLst>
        <pc:spChg chg="del">
          <ac:chgData name="Jisun Kang" userId="6f418750-b97c-4b47-8e96-2cf07ce40674" providerId="ADAL" clId="{DE8711C3-63BF-410E-9C2D-9A77239E1E60}" dt="2026-04-26T01:29:55.641" v="58" actId="478"/>
          <ac:spMkLst>
            <pc:docMk/>
            <pc:sldMk cId="1095043600" sldId="257"/>
            <ac:spMk id="5" creationId="{173518D4-2829-491A-B32A-ABB3D79EE419}"/>
          </ac:spMkLst>
        </pc:spChg>
        <pc:spChg chg="del">
          <ac:chgData name="Jisun Kang" userId="6f418750-b97c-4b47-8e96-2cf07ce40674" providerId="ADAL" clId="{DE8711C3-63BF-410E-9C2D-9A77239E1E60}" dt="2026-04-26T01:29:56.220" v="59" actId="478"/>
          <ac:spMkLst>
            <pc:docMk/>
            <pc:sldMk cId="1095043600" sldId="257"/>
            <ac:spMk id="6" creationId="{07985D94-AA6B-48BC-9362-8FD6BA25F864}"/>
          </ac:spMkLst>
        </pc:spChg>
        <pc:spChg chg="del">
          <ac:chgData name="Jisun Kang" userId="6f418750-b97c-4b47-8e96-2cf07ce40674" providerId="ADAL" clId="{DE8711C3-63BF-410E-9C2D-9A77239E1E60}" dt="2026-04-26T01:28:31.552" v="41" actId="478"/>
          <ac:spMkLst>
            <pc:docMk/>
            <pc:sldMk cId="1095043600" sldId="257"/>
            <ac:spMk id="7" creationId="{6E1A12FD-3FA4-4CB0-9828-6EC219288805}"/>
          </ac:spMkLst>
        </pc:spChg>
        <pc:spChg chg="del">
          <ac:chgData name="Jisun Kang" userId="6f418750-b97c-4b47-8e96-2cf07ce40674" providerId="ADAL" clId="{DE8711C3-63BF-410E-9C2D-9A77239E1E60}" dt="2026-04-26T01:28:32.995" v="42" actId="478"/>
          <ac:spMkLst>
            <pc:docMk/>
            <pc:sldMk cId="1095043600" sldId="257"/>
            <ac:spMk id="8" creationId="{D9E2F034-6780-416B-B086-DA023EA1D99A}"/>
          </ac:spMkLst>
        </pc:spChg>
        <pc:spChg chg="del">
          <ac:chgData name="Jisun Kang" userId="6f418750-b97c-4b47-8e96-2cf07ce40674" providerId="ADAL" clId="{DE8711C3-63BF-410E-9C2D-9A77239E1E60}" dt="2026-04-26T01:29:20.084" v="48" actId="478"/>
          <ac:spMkLst>
            <pc:docMk/>
            <pc:sldMk cId="1095043600" sldId="257"/>
            <ac:spMk id="9" creationId="{F6E17E81-2151-4900-A4E2-7F1A3A3CA368}"/>
          </ac:spMkLst>
        </pc:spChg>
        <pc:spChg chg="del">
          <ac:chgData name="Jisun Kang" userId="6f418750-b97c-4b47-8e96-2cf07ce40674" providerId="ADAL" clId="{DE8711C3-63BF-410E-9C2D-9A77239E1E60}" dt="2026-04-26T01:29:03.157" v="46" actId="478"/>
          <ac:spMkLst>
            <pc:docMk/>
            <pc:sldMk cId="1095043600" sldId="257"/>
            <ac:spMk id="11" creationId="{5984C965-75CB-411C-8E52-B9C6DED2E1F3}"/>
          </ac:spMkLst>
        </pc:spChg>
        <pc:spChg chg="mod">
          <ac:chgData name="Jisun Kang" userId="6f418750-b97c-4b47-8e96-2cf07ce40674" providerId="ADAL" clId="{DE8711C3-63BF-410E-9C2D-9A77239E1E60}" dt="2026-04-26T01:31:45.428" v="105" actId="20577"/>
          <ac:spMkLst>
            <pc:docMk/>
            <pc:sldMk cId="1095043600" sldId="257"/>
            <ac:spMk id="16" creationId="{B2A285A5-1AF7-4B9D-AA67-F37A6144F705}"/>
          </ac:spMkLst>
        </pc:spChg>
        <pc:spChg chg="del">
          <ac:chgData name="Jisun Kang" userId="6f418750-b97c-4b47-8e96-2cf07ce40674" providerId="ADAL" clId="{DE8711C3-63BF-410E-9C2D-9A77239E1E60}" dt="2026-04-26T01:31:56.481" v="107" actId="478"/>
          <ac:spMkLst>
            <pc:docMk/>
            <pc:sldMk cId="1095043600" sldId="257"/>
            <ac:spMk id="17" creationId="{C5666459-A6AA-44C7-AE4F-0C7D6C2B13AD}"/>
          </ac:spMkLst>
        </pc:spChg>
        <pc:spChg chg="ord">
          <ac:chgData name="Jisun Kang" userId="6f418750-b97c-4b47-8e96-2cf07ce40674" providerId="ADAL" clId="{DE8711C3-63BF-410E-9C2D-9A77239E1E60}" dt="2026-04-26T01:29:18.258" v="47" actId="167"/>
          <ac:spMkLst>
            <pc:docMk/>
            <pc:sldMk cId="1095043600" sldId="257"/>
            <ac:spMk id="38" creationId="{370D3739-2F53-4765-A3EF-E4323F3C9F76}"/>
          </ac:spMkLst>
        </pc:spChg>
        <pc:spChg chg="mod">
          <ac:chgData name="Jisun Kang" userId="6f418750-b97c-4b47-8e96-2cf07ce40674" providerId="ADAL" clId="{DE8711C3-63BF-410E-9C2D-9A77239E1E60}" dt="2026-04-26T01:29:26.199" v="49" actId="20577"/>
          <ac:spMkLst>
            <pc:docMk/>
            <pc:sldMk cId="1095043600" sldId="257"/>
            <ac:spMk id="42" creationId="{8298026E-54F8-4D54-B52B-C92A2BC979C3}"/>
          </ac:spMkLst>
        </pc:spChg>
        <pc:spChg chg="del">
          <ac:chgData name="Jisun Kang" userId="6f418750-b97c-4b47-8e96-2cf07ce40674" providerId="ADAL" clId="{DE8711C3-63BF-410E-9C2D-9A77239E1E60}" dt="2026-04-26T01:28:52.596" v="45" actId="478"/>
          <ac:spMkLst>
            <pc:docMk/>
            <pc:sldMk cId="1095043600" sldId="257"/>
            <ac:spMk id="48" creationId="{4CB468EF-9DF0-4603-92A6-2B7C0E458CEA}"/>
          </ac:spMkLst>
        </pc:spChg>
      </pc:sldChg>
      <pc:sldChg chg="addSp delSp mod modNotesTx">
        <pc:chgData name="Jisun Kang" userId="6f418750-b97c-4b47-8e96-2cf07ce40674" providerId="ADAL" clId="{DE8711C3-63BF-410E-9C2D-9A77239E1E60}" dt="2026-04-27T02:05:43.032" v="709" actId="6549"/>
        <pc:sldMkLst>
          <pc:docMk/>
          <pc:sldMk cId="1602352289" sldId="258"/>
        </pc:sldMkLst>
        <pc:spChg chg="add del">
          <ac:chgData name="Jisun Kang" userId="6f418750-b97c-4b47-8e96-2cf07ce40674" providerId="ADAL" clId="{DE8711C3-63BF-410E-9C2D-9A77239E1E60}" dt="2026-04-26T01:29:45.334" v="54" actId="478"/>
          <ac:spMkLst>
            <pc:docMk/>
            <pc:sldMk cId="1602352289" sldId="258"/>
            <ac:spMk id="3" creationId="{1355B0C0-BE6D-4B1F-BD98-520DE947ED1C}"/>
          </ac:spMkLst>
        </pc:spChg>
        <pc:spChg chg="del">
          <ac:chgData name="Jisun Kang" userId="6f418750-b97c-4b47-8e96-2cf07ce40674" providerId="ADAL" clId="{DE8711C3-63BF-410E-9C2D-9A77239E1E60}" dt="2026-04-26T01:29:43.028" v="52" actId="478"/>
          <ac:spMkLst>
            <pc:docMk/>
            <pc:sldMk cId="1602352289" sldId="258"/>
            <ac:spMk id="5" creationId="{792DF210-FC62-4636-A13E-BFAAB0373386}"/>
          </ac:spMkLst>
        </pc:spChg>
        <pc:spChg chg="del">
          <ac:chgData name="Jisun Kang" userId="6f418750-b97c-4b47-8e96-2cf07ce40674" providerId="ADAL" clId="{DE8711C3-63BF-410E-9C2D-9A77239E1E60}" dt="2026-04-26T01:29:49.150" v="55" actId="478"/>
          <ac:spMkLst>
            <pc:docMk/>
            <pc:sldMk cId="1602352289" sldId="258"/>
            <ac:spMk id="6" creationId="{37FDBED8-45E4-4098-8EBD-1F342947329F}"/>
          </ac:spMkLst>
        </pc:spChg>
        <pc:spChg chg="del">
          <ac:chgData name="Jisun Kang" userId="6f418750-b97c-4b47-8e96-2cf07ce40674" providerId="ADAL" clId="{DE8711C3-63BF-410E-9C2D-9A77239E1E60}" dt="2026-04-26T01:28:42.889" v="43" actId="478"/>
          <ac:spMkLst>
            <pc:docMk/>
            <pc:sldMk cId="1602352289" sldId="258"/>
            <ac:spMk id="7" creationId="{8562CD68-98D9-4FE4-92B5-6695ED283278}"/>
          </ac:spMkLst>
        </pc:spChg>
        <pc:spChg chg="del">
          <ac:chgData name="Jisun Kang" userId="6f418750-b97c-4b47-8e96-2cf07ce40674" providerId="ADAL" clId="{DE8711C3-63BF-410E-9C2D-9A77239E1E60}" dt="2026-04-26T01:29:39.860" v="51" actId="478"/>
          <ac:spMkLst>
            <pc:docMk/>
            <pc:sldMk cId="1602352289" sldId="258"/>
            <ac:spMk id="8" creationId="{215C0DF2-0A78-412B-9EB7-0621E236BD24}"/>
          </ac:spMkLst>
        </pc:spChg>
        <pc:spChg chg="del">
          <ac:chgData name="Jisun Kang" userId="6f418750-b97c-4b47-8e96-2cf07ce40674" providerId="ADAL" clId="{DE8711C3-63BF-410E-9C2D-9A77239E1E60}" dt="2026-04-26T01:29:38.579" v="50" actId="478"/>
          <ac:spMkLst>
            <pc:docMk/>
            <pc:sldMk cId="1602352289" sldId="258"/>
            <ac:spMk id="9" creationId="{AE1C2B1C-CA3F-4F43-B7E0-8285106850EF}"/>
          </ac:spMkLst>
        </pc:spChg>
        <pc:spChg chg="del">
          <ac:chgData name="Jisun Kang" userId="6f418750-b97c-4b47-8e96-2cf07ce40674" providerId="ADAL" clId="{DE8711C3-63BF-410E-9C2D-9A77239E1E60}" dt="2026-04-26T01:36:05.802" v="179" actId="478"/>
          <ac:spMkLst>
            <pc:docMk/>
            <pc:sldMk cId="1602352289" sldId="258"/>
            <ac:spMk id="10" creationId="{86D06BFE-44E6-4C7D-A9C0-ECFA81686A49}"/>
          </ac:spMkLst>
        </pc:spChg>
        <pc:spChg chg="del">
          <ac:chgData name="Jisun Kang" userId="6f418750-b97c-4b47-8e96-2cf07ce40674" providerId="ADAL" clId="{DE8711C3-63BF-410E-9C2D-9A77239E1E60}" dt="2026-04-26T01:36:07.043" v="180" actId="478"/>
          <ac:spMkLst>
            <pc:docMk/>
            <pc:sldMk cId="1602352289" sldId="258"/>
            <ac:spMk id="11" creationId="{A983FA3C-C203-4F54-872A-9518A6BED69F}"/>
          </ac:spMkLst>
        </pc:spChg>
        <pc:spChg chg="del">
          <ac:chgData name="Jisun Kang" userId="6f418750-b97c-4b47-8e96-2cf07ce40674" providerId="ADAL" clId="{DE8711C3-63BF-410E-9C2D-9A77239E1E60}" dt="2026-04-26T01:28:47.164" v="44" actId="478"/>
          <ac:spMkLst>
            <pc:docMk/>
            <pc:sldMk cId="1602352289" sldId="258"/>
            <ac:spMk id="36" creationId="{4CB468EF-9DF0-4603-92A6-2B7C0E458CEA}"/>
          </ac:spMkLst>
        </pc:spChg>
      </pc:sldChg>
      <pc:sldChg chg="delSp modSp mod">
        <pc:chgData name="Jisun Kang" userId="6f418750-b97c-4b47-8e96-2cf07ce40674" providerId="ADAL" clId="{DE8711C3-63BF-410E-9C2D-9A77239E1E60}" dt="2026-04-26T01:36:22.375" v="184" actId="14100"/>
        <pc:sldMkLst>
          <pc:docMk/>
          <pc:sldMk cId="69283381" sldId="259"/>
        </pc:sldMkLst>
        <pc:spChg chg="ord">
          <ac:chgData name="Jisun Kang" userId="6f418750-b97c-4b47-8e96-2cf07ce40674" providerId="ADAL" clId="{DE8711C3-63BF-410E-9C2D-9A77239E1E60}" dt="2026-04-26T01:31:10.228" v="83" actId="167"/>
          <ac:spMkLst>
            <pc:docMk/>
            <pc:sldMk cId="69283381" sldId="259"/>
            <ac:spMk id="4" creationId="{9E8ED88E-4E66-447B-A481-AC3EE788C039}"/>
          </ac:spMkLst>
        </pc:spChg>
        <pc:spChg chg="del">
          <ac:chgData name="Jisun Kang" userId="6f418750-b97c-4b47-8e96-2cf07ce40674" providerId="ADAL" clId="{DE8711C3-63BF-410E-9C2D-9A77239E1E60}" dt="2026-04-26T01:30:01.751" v="60" actId="478"/>
          <ac:spMkLst>
            <pc:docMk/>
            <pc:sldMk cId="69283381" sldId="259"/>
            <ac:spMk id="5" creationId="{5858D86B-5A0F-4659-8F33-1A1321507F47}"/>
          </ac:spMkLst>
        </pc:spChg>
        <pc:spChg chg="del">
          <ac:chgData name="Jisun Kang" userId="6f418750-b97c-4b47-8e96-2cf07ce40674" providerId="ADAL" clId="{DE8711C3-63BF-410E-9C2D-9A77239E1E60}" dt="2026-04-26T01:30:02.411" v="61" actId="478"/>
          <ac:spMkLst>
            <pc:docMk/>
            <pc:sldMk cId="69283381" sldId="259"/>
            <ac:spMk id="6" creationId="{02332335-3F7D-4732-ACE8-9BE5FE69B46B}"/>
          </ac:spMkLst>
        </pc:spChg>
        <pc:spChg chg="del">
          <ac:chgData name="Jisun Kang" userId="6f418750-b97c-4b47-8e96-2cf07ce40674" providerId="ADAL" clId="{DE8711C3-63BF-410E-9C2D-9A77239E1E60}" dt="2026-04-26T01:27:11.871" v="11" actId="478"/>
          <ac:spMkLst>
            <pc:docMk/>
            <pc:sldMk cId="69283381" sldId="259"/>
            <ac:spMk id="7" creationId="{630D4914-0A33-4E91-ADB5-F276893B2A86}"/>
          </ac:spMkLst>
        </pc:spChg>
        <pc:spChg chg="del">
          <ac:chgData name="Jisun Kang" userId="6f418750-b97c-4b47-8e96-2cf07ce40674" providerId="ADAL" clId="{DE8711C3-63BF-410E-9C2D-9A77239E1E60}" dt="2026-04-26T01:27:13.291" v="12" actId="478"/>
          <ac:spMkLst>
            <pc:docMk/>
            <pc:sldMk cId="69283381" sldId="259"/>
            <ac:spMk id="8" creationId="{1D16B261-3B93-4757-9F1F-1E89DF93838F}"/>
          </ac:spMkLst>
        </pc:spChg>
        <pc:spChg chg="del">
          <ac:chgData name="Jisun Kang" userId="6f418750-b97c-4b47-8e96-2cf07ce40674" providerId="ADAL" clId="{DE8711C3-63BF-410E-9C2D-9A77239E1E60}" dt="2026-04-26T01:30:38.381" v="68" actId="478"/>
          <ac:spMkLst>
            <pc:docMk/>
            <pc:sldMk cId="69283381" sldId="259"/>
            <ac:spMk id="9" creationId="{D433E94D-CA0D-4954-A740-E31028FD20B0}"/>
          </ac:spMkLst>
        </pc:spChg>
        <pc:spChg chg="del">
          <ac:chgData name="Jisun Kang" userId="6f418750-b97c-4b47-8e96-2cf07ce40674" providerId="ADAL" clId="{DE8711C3-63BF-410E-9C2D-9A77239E1E60}" dt="2026-04-26T01:30:59.199" v="77" actId="478"/>
          <ac:spMkLst>
            <pc:docMk/>
            <pc:sldMk cId="69283381" sldId="259"/>
            <ac:spMk id="10" creationId="{B59F597F-541F-4EF6-856D-82978ABBBC1A}"/>
          </ac:spMkLst>
        </pc:spChg>
        <pc:spChg chg="del">
          <ac:chgData name="Jisun Kang" userId="6f418750-b97c-4b47-8e96-2cf07ce40674" providerId="ADAL" clId="{DE8711C3-63BF-410E-9C2D-9A77239E1E60}" dt="2026-04-26T01:30:49.863" v="70" actId="478"/>
          <ac:spMkLst>
            <pc:docMk/>
            <pc:sldMk cId="69283381" sldId="259"/>
            <ac:spMk id="11" creationId="{3735A8AA-BAA7-458C-980E-EC4404C00EE9}"/>
          </ac:spMkLst>
        </pc:spChg>
        <pc:spChg chg="ord">
          <ac:chgData name="Jisun Kang" userId="6f418750-b97c-4b47-8e96-2cf07ce40674" providerId="ADAL" clId="{DE8711C3-63BF-410E-9C2D-9A77239E1E60}" dt="2026-04-26T01:30:41.495" v="69" actId="167"/>
          <ac:spMkLst>
            <pc:docMk/>
            <pc:sldMk cId="69283381" sldId="259"/>
            <ac:spMk id="30" creationId="{D2371BD2-DA7E-40CF-91EA-89C8A271B55E}"/>
          </ac:spMkLst>
        </pc:spChg>
        <pc:spChg chg="mod">
          <ac:chgData name="Jisun Kang" userId="6f418750-b97c-4b47-8e96-2cf07ce40674" providerId="ADAL" clId="{DE8711C3-63BF-410E-9C2D-9A77239E1E60}" dt="2026-04-26T01:31:02.942" v="82" actId="1036"/>
          <ac:spMkLst>
            <pc:docMk/>
            <pc:sldMk cId="69283381" sldId="259"/>
            <ac:spMk id="32" creationId="{F8AFC88A-64C6-4F1B-B613-3CA20750CD2C}"/>
          </ac:spMkLst>
        </pc:spChg>
        <pc:spChg chg="ord">
          <ac:chgData name="Jisun Kang" userId="6f418750-b97c-4b47-8e96-2cf07ce40674" providerId="ADAL" clId="{DE8711C3-63BF-410E-9C2D-9A77239E1E60}" dt="2026-04-26T01:30:37.171" v="67" actId="167"/>
          <ac:spMkLst>
            <pc:docMk/>
            <pc:sldMk cId="69283381" sldId="259"/>
            <ac:spMk id="33" creationId="{C9AD7F94-E39A-4473-B3A1-09768C3DC72B}"/>
          </ac:spMkLst>
        </pc:spChg>
        <pc:spChg chg="mod">
          <ac:chgData name="Jisun Kang" userId="6f418750-b97c-4b47-8e96-2cf07ce40674" providerId="ADAL" clId="{DE8711C3-63BF-410E-9C2D-9A77239E1E60}" dt="2026-04-26T01:36:22.375" v="184" actId="14100"/>
          <ac:spMkLst>
            <pc:docMk/>
            <pc:sldMk cId="69283381" sldId="259"/>
            <ac:spMk id="36" creationId="{AC0B1150-FCF9-4DD5-BA59-8CF0128F822C}"/>
          </ac:spMkLst>
        </pc:spChg>
        <pc:spChg chg="mod">
          <ac:chgData name="Jisun Kang" userId="6f418750-b97c-4b47-8e96-2cf07ce40674" providerId="ADAL" clId="{DE8711C3-63BF-410E-9C2D-9A77239E1E60}" dt="2026-04-26T01:36:17.993" v="182" actId="1076"/>
          <ac:spMkLst>
            <pc:docMk/>
            <pc:sldMk cId="69283381" sldId="259"/>
            <ac:spMk id="37" creationId="{8955C8B5-3C2B-48BB-B2B4-79A790AF6B55}"/>
          </ac:spMkLst>
        </pc:spChg>
        <pc:spChg chg="del">
          <ac:chgData name="Jisun Kang" userId="6f418750-b97c-4b47-8e96-2cf07ce40674" providerId="ADAL" clId="{DE8711C3-63BF-410E-9C2D-9A77239E1E60}" dt="2026-04-26T01:30:04.588" v="62" actId="478"/>
          <ac:spMkLst>
            <pc:docMk/>
            <pc:sldMk cId="69283381" sldId="259"/>
            <ac:spMk id="38" creationId="{4CB468EF-9DF0-4603-92A6-2B7C0E458CEA}"/>
          </ac:spMkLst>
        </pc:spChg>
      </pc:sldChg>
      <pc:sldChg chg="delSp modSp mod">
        <pc:chgData name="Jisun Kang" userId="6f418750-b97c-4b47-8e96-2cf07ce40674" providerId="ADAL" clId="{DE8711C3-63BF-410E-9C2D-9A77239E1E60}" dt="2026-04-26T01:36:29.938" v="186" actId="478"/>
        <pc:sldMkLst>
          <pc:docMk/>
          <pc:sldMk cId="1165477437" sldId="260"/>
        </pc:sldMkLst>
        <pc:spChg chg="del">
          <ac:chgData name="Jisun Kang" userId="6f418750-b97c-4b47-8e96-2cf07ce40674" providerId="ADAL" clId="{DE8711C3-63BF-410E-9C2D-9A77239E1E60}" dt="2026-04-26T01:36:29.168" v="185" actId="478"/>
          <ac:spMkLst>
            <pc:docMk/>
            <pc:sldMk cId="1165477437" sldId="260"/>
            <ac:spMk id="5" creationId="{EE3BE326-E84F-4167-8D28-6FA080094C1F}"/>
          </ac:spMkLst>
        </pc:spChg>
        <pc:spChg chg="del">
          <ac:chgData name="Jisun Kang" userId="6f418750-b97c-4b47-8e96-2cf07ce40674" providerId="ADAL" clId="{DE8711C3-63BF-410E-9C2D-9A77239E1E60}" dt="2026-04-26T01:36:29.938" v="186" actId="478"/>
          <ac:spMkLst>
            <pc:docMk/>
            <pc:sldMk cId="1165477437" sldId="260"/>
            <ac:spMk id="6" creationId="{DFB67A48-7387-43FF-A4BE-6000223E3031}"/>
          </ac:spMkLst>
        </pc:spChg>
        <pc:spChg chg="mod">
          <ac:chgData name="Jisun Kang" userId="6f418750-b97c-4b47-8e96-2cf07ce40674" providerId="ADAL" clId="{DE8711C3-63BF-410E-9C2D-9A77239E1E60}" dt="2026-04-26T01:28:13.069" v="40" actId="14100"/>
          <ac:spMkLst>
            <pc:docMk/>
            <pc:sldMk cId="1165477437" sldId="260"/>
            <ac:spMk id="14" creationId="{8B3C26A8-45D9-42BD-91B6-3D044311C06F}"/>
          </ac:spMkLst>
        </pc:spChg>
      </pc:sldChg>
      <pc:sldChg chg="addSp delSp modSp mod">
        <pc:chgData name="Jisun Kang" userId="6f418750-b97c-4b47-8e96-2cf07ce40674" providerId="ADAL" clId="{DE8711C3-63BF-410E-9C2D-9A77239E1E60}" dt="2026-04-26T01:36:59.192" v="199" actId="478"/>
        <pc:sldMkLst>
          <pc:docMk/>
          <pc:sldMk cId="1946309225" sldId="261"/>
        </pc:sldMkLst>
        <pc:spChg chg="del">
          <ac:chgData name="Jisun Kang" userId="6f418750-b97c-4b47-8e96-2cf07ce40674" providerId="ADAL" clId="{DE8711C3-63BF-410E-9C2D-9A77239E1E60}" dt="2026-04-26T01:36:33.784" v="187" actId="478"/>
          <ac:spMkLst>
            <pc:docMk/>
            <pc:sldMk cId="1946309225" sldId="261"/>
            <ac:spMk id="5" creationId="{A767506D-FFA4-4D45-AABE-CFB47C37A865}"/>
          </ac:spMkLst>
        </pc:spChg>
        <pc:spChg chg="del">
          <ac:chgData name="Jisun Kang" userId="6f418750-b97c-4b47-8e96-2cf07ce40674" providerId="ADAL" clId="{DE8711C3-63BF-410E-9C2D-9A77239E1E60}" dt="2026-04-26T01:36:34.601" v="188" actId="478"/>
          <ac:spMkLst>
            <pc:docMk/>
            <pc:sldMk cId="1946309225" sldId="261"/>
            <ac:spMk id="6" creationId="{4346A668-D936-4187-8E1D-280866042A19}"/>
          </ac:spMkLst>
        </pc:spChg>
        <pc:spChg chg="del">
          <ac:chgData name="Jisun Kang" userId="6f418750-b97c-4b47-8e96-2cf07ce40674" providerId="ADAL" clId="{DE8711C3-63BF-410E-9C2D-9A77239E1E60}" dt="2026-04-26T01:36:35.727" v="189" actId="478"/>
          <ac:spMkLst>
            <pc:docMk/>
            <pc:sldMk cId="1946309225" sldId="261"/>
            <ac:spMk id="7" creationId="{A3F70482-EBE2-40B6-A00B-BE53F23C1B59}"/>
          </ac:spMkLst>
        </pc:spChg>
        <pc:spChg chg="del">
          <ac:chgData name="Jisun Kang" userId="6f418750-b97c-4b47-8e96-2cf07ce40674" providerId="ADAL" clId="{DE8711C3-63BF-410E-9C2D-9A77239E1E60}" dt="2026-04-26T01:36:44.681" v="194" actId="478"/>
          <ac:spMkLst>
            <pc:docMk/>
            <pc:sldMk cId="1946309225" sldId="261"/>
            <ac:spMk id="8" creationId="{DF7FF9BE-6299-4088-8672-F51C49563F8E}"/>
          </ac:spMkLst>
        </pc:spChg>
        <pc:spChg chg="del">
          <ac:chgData name="Jisun Kang" userId="6f418750-b97c-4b47-8e96-2cf07ce40674" providerId="ADAL" clId="{DE8711C3-63BF-410E-9C2D-9A77239E1E60}" dt="2026-04-26T01:36:54.506" v="198" actId="478"/>
          <ac:spMkLst>
            <pc:docMk/>
            <pc:sldMk cId="1946309225" sldId="261"/>
            <ac:spMk id="9" creationId="{BF54056F-77AF-411C-B032-264DD8C2F47D}"/>
          </ac:spMkLst>
        </pc:spChg>
        <pc:spChg chg="del">
          <ac:chgData name="Jisun Kang" userId="6f418750-b97c-4b47-8e96-2cf07ce40674" providerId="ADAL" clId="{DE8711C3-63BF-410E-9C2D-9A77239E1E60}" dt="2026-04-26T01:36:39.063" v="190" actId="478"/>
          <ac:spMkLst>
            <pc:docMk/>
            <pc:sldMk cId="1946309225" sldId="261"/>
            <ac:spMk id="10" creationId="{18D717F0-B388-4A75-B343-8A7C7947A9AD}"/>
          </ac:spMkLst>
        </pc:spChg>
        <pc:spChg chg="del">
          <ac:chgData name="Jisun Kang" userId="6f418750-b97c-4b47-8e96-2cf07ce40674" providerId="ADAL" clId="{DE8711C3-63BF-410E-9C2D-9A77239E1E60}" dt="2026-04-26T01:36:59.192" v="199" actId="478"/>
          <ac:spMkLst>
            <pc:docMk/>
            <pc:sldMk cId="1946309225" sldId="261"/>
            <ac:spMk id="11" creationId="{BB382B8C-77F7-4220-A6A2-837E4F2A2751}"/>
          </ac:spMkLst>
        </pc:spChg>
        <pc:spChg chg="del">
          <ac:chgData name="Jisun Kang" userId="6f418750-b97c-4b47-8e96-2cf07ce40674" providerId="ADAL" clId="{DE8711C3-63BF-410E-9C2D-9A77239E1E60}" dt="2026-04-26T01:36:40.241" v="191" actId="478"/>
          <ac:spMkLst>
            <pc:docMk/>
            <pc:sldMk cId="1946309225" sldId="261"/>
            <ac:spMk id="22" creationId="{D0559258-B88D-4B4D-8258-EA5978C977F1}"/>
          </ac:spMkLst>
        </pc:spChg>
        <pc:spChg chg="del">
          <ac:chgData name="Jisun Kang" userId="6f418750-b97c-4b47-8e96-2cf07ce40674" providerId="ADAL" clId="{DE8711C3-63BF-410E-9C2D-9A77239E1E60}" dt="2026-04-26T01:36:41.345" v="192" actId="478"/>
          <ac:spMkLst>
            <pc:docMk/>
            <pc:sldMk cId="1946309225" sldId="261"/>
            <ac:spMk id="27" creationId="{531ADDCD-A08F-471E-9372-A9B9443DC2E5}"/>
          </ac:spMkLst>
        </pc:spChg>
        <pc:spChg chg="add del ord">
          <ac:chgData name="Jisun Kang" userId="6f418750-b97c-4b47-8e96-2cf07ce40674" providerId="ADAL" clId="{DE8711C3-63BF-410E-9C2D-9A77239E1E60}" dt="2026-04-26T01:36:51.690" v="197" actId="478"/>
          <ac:spMkLst>
            <pc:docMk/>
            <pc:sldMk cId="1946309225" sldId="261"/>
            <ac:spMk id="28" creationId="{B6666FCB-B982-478F-AFAE-13C81E7E9F9A}"/>
          </ac:spMkLst>
        </pc:spChg>
        <pc:spChg chg="del">
          <ac:chgData name="Jisun Kang" userId="6f418750-b97c-4b47-8e96-2cf07ce40674" providerId="ADAL" clId="{DE8711C3-63BF-410E-9C2D-9A77239E1E60}" dt="2026-04-26T01:36:43.209" v="193" actId="478"/>
          <ac:spMkLst>
            <pc:docMk/>
            <pc:sldMk cId="1946309225" sldId="261"/>
            <ac:spMk id="40" creationId="{4CB468EF-9DF0-4603-92A6-2B7C0E458CEA}"/>
          </ac:spMkLst>
        </pc:spChg>
      </pc:sldChg>
      <pc:sldChg chg="delSp modSp mod">
        <pc:chgData name="Jisun Kang" userId="6f418750-b97c-4b47-8e96-2cf07ce40674" providerId="ADAL" clId="{DE8711C3-63BF-410E-9C2D-9A77239E1E60}" dt="2026-04-26T01:38:36.286" v="341" actId="1037"/>
        <pc:sldMkLst>
          <pc:docMk/>
          <pc:sldMk cId="645820717" sldId="262"/>
        </pc:sldMkLst>
        <pc:spChg chg="del">
          <ac:chgData name="Jisun Kang" userId="6f418750-b97c-4b47-8e96-2cf07ce40674" providerId="ADAL" clId="{DE8711C3-63BF-410E-9C2D-9A77239E1E60}" dt="2026-04-26T01:37:10.407" v="204" actId="478"/>
          <ac:spMkLst>
            <pc:docMk/>
            <pc:sldMk cId="645820717" sldId="262"/>
            <ac:spMk id="5" creationId="{11365941-AB1B-4750-86CB-4A6267835386}"/>
          </ac:spMkLst>
        </pc:spChg>
        <pc:spChg chg="del">
          <ac:chgData name="Jisun Kang" userId="6f418750-b97c-4b47-8e96-2cf07ce40674" providerId="ADAL" clId="{DE8711C3-63BF-410E-9C2D-9A77239E1E60}" dt="2026-04-26T01:37:11.277" v="205" actId="478"/>
          <ac:spMkLst>
            <pc:docMk/>
            <pc:sldMk cId="645820717" sldId="262"/>
            <ac:spMk id="6" creationId="{C2B82001-6449-40E7-BA97-61BC54ECF9E1}"/>
          </ac:spMkLst>
        </pc:spChg>
        <pc:spChg chg="del">
          <ac:chgData name="Jisun Kang" userId="6f418750-b97c-4b47-8e96-2cf07ce40674" providerId="ADAL" clId="{DE8711C3-63BF-410E-9C2D-9A77239E1E60}" dt="2026-04-26T01:37:05.024" v="200" actId="478"/>
          <ac:spMkLst>
            <pc:docMk/>
            <pc:sldMk cId="645820717" sldId="262"/>
            <ac:spMk id="7" creationId="{D0DF9DF6-6F97-4626-9420-354BED0F6719}"/>
          </ac:spMkLst>
        </pc:spChg>
        <pc:spChg chg="del">
          <ac:chgData name="Jisun Kang" userId="6f418750-b97c-4b47-8e96-2cf07ce40674" providerId="ADAL" clId="{DE8711C3-63BF-410E-9C2D-9A77239E1E60}" dt="2026-04-26T01:37:06.130" v="201" actId="478"/>
          <ac:spMkLst>
            <pc:docMk/>
            <pc:sldMk cId="645820717" sldId="262"/>
            <ac:spMk id="8" creationId="{E05255F8-C905-4755-AD82-84DD04E51C49}"/>
          </ac:spMkLst>
        </pc:spChg>
        <pc:spChg chg="del">
          <ac:chgData name="Jisun Kang" userId="6f418750-b97c-4b47-8e96-2cf07ce40674" providerId="ADAL" clId="{DE8711C3-63BF-410E-9C2D-9A77239E1E60}" dt="2026-04-26T01:37:06.978" v="202" actId="478"/>
          <ac:spMkLst>
            <pc:docMk/>
            <pc:sldMk cId="645820717" sldId="262"/>
            <ac:spMk id="9" creationId="{70DF67B5-24B0-4819-B269-1EE08293542E}"/>
          </ac:spMkLst>
        </pc:spChg>
        <pc:spChg chg="mod">
          <ac:chgData name="Jisun Kang" userId="6f418750-b97c-4b47-8e96-2cf07ce40674" providerId="ADAL" clId="{DE8711C3-63BF-410E-9C2D-9A77239E1E60}" dt="2026-04-26T01:37:17.055" v="228" actId="1037"/>
          <ac:spMkLst>
            <pc:docMk/>
            <pc:sldMk cId="645820717" sldId="262"/>
            <ac:spMk id="16" creationId="{58558410-2756-4A95-ACB6-A32E9665E3AB}"/>
          </ac:spMkLst>
        </pc:spChg>
        <pc:spChg chg="mod">
          <ac:chgData name="Jisun Kang" userId="6f418750-b97c-4b47-8e96-2cf07ce40674" providerId="ADAL" clId="{DE8711C3-63BF-410E-9C2D-9A77239E1E60}" dt="2026-04-26T01:37:17.055" v="228" actId="1037"/>
          <ac:spMkLst>
            <pc:docMk/>
            <pc:sldMk cId="645820717" sldId="262"/>
            <ac:spMk id="17" creationId="{B3D9DD4E-D844-4131-A270-C2D9F2BE6854}"/>
          </ac:spMkLst>
        </pc:spChg>
        <pc:spChg chg="mod">
          <ac:chgData name="Jisun Kang" userId="6f418750-b97c-4b47-8e96-2cf07ce40674" providerId="ADAL" clId="{DE8711C3-63BF-410E-9C2D-9A77239E1E60}" dt="2026-04-26T01:37:17.055" v="228" actId="1037"/>
          <ac:spMkLst>
            <pc:docMk/>
            <pc:sldMk cId="645820717" sldId="262"/>
            <ac:spMk id="18" creationId="{C1497F99-F9B1-4A7B-BD6C-1AAC27D8EB38}"/>
          </ac:spMkLst>
        </pc:spChg>
        <pc:spChg chg="mod">
          <ac:chgData name="Jisun Kang" userId="6f418750-b97c-4b47-8e96-2cf07ce40674" providerId="ADAL" clId="{DE8711C3-63BF-410E-9C2D-9A77239E1E60}" dt="2026-04-26T01:37:17.055" v="228" actId="1037"/>
          <ac:spMkLst>
            <pc:docMk/>
            <pc:sldMk cId="645820717" sldId="262"/>
            <ac:spMk id="19" creationId="{E956ECCC-4FC5-4BAE-A7A2-E2E69084C988}"/>
          </ac:spMkLst>
        </pc:spChg>
        <pc:spChg chg="mod">
          <ac:chgData name="Jisun Kang" userId="6f418750-b97c-4b47-8e96-2cf07ce40674" providerId="ADAL" clId="{DE8711C3-63BF-410E-9C2D-9A77239E1E60}" dt="2026-04-26T01:37:17.055" v="228" actId="1037"/>
          <ac:spMkLst>
            <pc:docMk/>
            <pc:sldMk cId="645820717" sldId="262"/>
            <ac:spMk id="20" creationId="{65E2AB66-7660-4602-830A-6FE3E1D32B30}"/>
          </ac:spMkLst>
        </pc:spChg>
        <pc:spChg chg="mod">
          <ac:chgData name="Jisun Kang" userId="6f418750-b97c-4b47-8e96-2cf07ce40674" providerId="ADAL" clId="{DE8711C3-63BF-410E-9C2D-9A77239E1E60}" dt="2026-04-26T01:37:36.482" v="267" actId="1038"/>
          <ac:spMkLst>
            <pc:docMk/>
            <pc:sldMk cId="645820717" sldId="262"/>
            <ac:spMk id="21" creationId="{25B4C16E-A07D-43D5-9D5B-9937C1591D29}"/>
          </ac:spMkLst>
        </pc:spChg>
        <pc:spChg chg="mod">
          <ac:chgData name="Jisun Kang" userId="6f418750-b97c-4b47-8e96-2cf07ce40674" providerId="ADAL" clId="{DE8711C3-63BF-410E-9C2D-9A77239E1E60}" dt="2026-04-26T01:37:45.258" v="281" actId="1038"/>
          <ac:spMkLst>
            <pc:docMk/>
            <pc:sldMk cId="645820717" sldId="262"/>
            <ac:spMk id="22" creationId="{C8B0D3C5-8483-44F4-99BC-840F0CC896C6}"/>
          </ac:spMkLst>
        </pc:spChg>
        <pc:spChg chg="mod">
          <ac:chgData name="Jisun Kang" userId="6f418750-b97c-4b47-8e96-2cf07ce40674" providerId="ADAL" clId="{DE8711C3-63BF-410E-9C2D-9A77239E1E60}" dt="2026-04-26T01:37:45.258" v="281" actId="1038"/>
          <ac:spMkLst>
            <pc:docMk/>
            <pc:sldMk cId="645820717" sldId="262"/>
            <ac:spMk id="23" creationId="{C14081CE-3B66-40F1-B1D8-E09647671069}"/>
          </ac:spMkLst>
        </pc:spChg>
        <pc:spChg chg="mod">
          <ac:chgData name="Jisun Kang" userId="6f418750-b97c-4b47-8e96-2cf07ce40674" providerId="ADAL" clId="{DE8711C3-63BF-410E-9C2D-9A77239E1E60}" dt="2026-04-26T01:37:45.258" v="281" actId="1038"/>
          <ac:spMkLst>
            <pc:docMk/>
            <pc:sldMk cId="645820717" sldId="262"/>
            <ac:spMk id="24" creationId="{382F6417-23F5-4206-81D7-31B4E9C1358B}"/>
          </ac:spMkLst>
        </pc:spChg>
        <pc:spChg chg="mod">
          <ac:chgData name="Jisun Kang" userId="6f418750-b97c-4b47-8e96-2cf07ce40674" providerId="ADAL" clId="{DE8711C3-63BF-410E-9C2D-9A77239E1E60}" dt="2026-04-26T01:37:45.258" v="281" actId="1038"/>
          <ac:spMkLst>
            <pc:docMk/>
            <pc:sldMk cId="645820717" sldId="262"/>
            <ac:spMk id="25" creationId="{BBB05B58-8F30-4FE8-B0F3-EB827A48AE29}"/>
          </ac:spMkLst>
        </pc:spChg>
        <pc:spChg chg="mod">
          <ac:chgData name="Jisun Kang" userId="6f418750-b97c-4b47-8e96-2cf07ce40674" providerId="ADAL" clId="{DE8711C3-63BF-410E-9C2D-9A77239E1E60}" dt="2026-04-26T01:37:45.258" v="281" actId="1038"/>
          <ac:spMkLst>
            <pc:docMk/>
            <pc:sldMk cId="645820717" sldId="262"/>
            <ac:spMk id="26" creationId="{DBB0508D-713E-4309-8B6A-19DBA63038A9}"/>
          </ac:spMkLst>
        </pc:spChg>
        <pc:spChg chg="mod">
          <ac:chgData name="Jisun Kang" userId="6f418750-b97c-4b47-8e96-2cf07ce40674" providerId="ADAL" clId="{DE8711C3-63BF-410E-9C2D-9A77239E1E60}" dt="2026-04-26T01:38:09.629" v="332" actId="1038"/>
          <ac:spMkLst>
            <pc:docMk/>
            <pc:sldMk cId="645820717" sldId="262"/>
            <ac:spMk id="27" creationId="{AF9332E1-63C2-4FEF-AACE-3BD5E6D13D7F}"/>
          </ac:spMkLst>
        </pc:spChg>
        <pc:spChg chg="mod">
          <ac:chgData name="Jisun Kang" userId="6f418750-b97c-4b47-8e96-2cf07ce40674" providerId="ADAL" clId="{DE8711C3-63BF-410E-9C2D-9A77239E1E60}" dt="2026-04-26T01:38:05.613" v="323" actId="1038"/>
          <ac:spMkLst>
            <pc:docMk/>
            <pc:sldMk cId="645820717" sldId="262"/>
            <ac:spMk id="28" creationId="{C68AB64F-84C4-44BA-8180-A30964D916C9}"/>
          </ac:spMkLst>
        </pc:spChg>
        <pc:spChg chg="mod">
          <ac:chgData name="Jisun Kang" userId="6f418750-b97c-4b47-8e96-2cf07ce40674" providerId="ADAL" clId="{DE8711C3-63BF-410E-9C2D-9A77239E1E60}" dt="2026-04-26T01:38:05.613" v="323" actId="1038"/>
          <ac:spMkLst>
            <pc:docMk/>
            <pc:sldMk cId="645820717" sldId="262"/>
            <ac:spMk id="29" creationId="{CF7CB2D2-021F-42EC-8979-857CDC307EBB}"/>
          </ac:spMkLst>
        </pc:spChg>
        <pc:spChg chg="mod">
          <ac:chgData name="Jisun Kang" userId="6f418750-b97c-4b47-8e96-2cf07ce40674" providerId="ADAL" clId="{DE8711C3-63BF-410E-9C2D-9A77239E1E60}" dt="2026-04-26T01:38:05.613" v="323" actId="1038"/>
          <ac:spMkLst>
            <pc:docMk/>
            <pc:sldMk cId="645820717" sldId="262"/>
            <ac:spMk id="30" creationId="{C0D80704-469F-4384-B0C6-235269311773}"/>
          </ac:spMkLst>
        </pc:spChg>
        <pc:spChg chg="mod">
          <ac:chgData name="Jisun Kang" userId="6f418750-b97c-4b47-8e96-2cf07ce40674" providerId="ADAL" clId="{DE8711C3-63BF-410E-9C2D-9A77239E1E60}" dt="2026-04-26T01:38:05.613" v="323" actId="1038"/>
          <ac:spMkLst>
            <pc:docMk/>
            <pc:sldMk cId="645820717" sldId="262"/>
            <ac:spMk id="31" creationId="{F83A1E54-46AB-4BA0-A580-40811D5FA3FB}"/>
          </ac:spMkLst>
        </pc:spChg>
        <pc:spChg chg="mod">
          <ac:chgData name="Jisun Kang" userId="6f418750-b97c-4b47-8e96-2cf07ce40674" providerId="ADAL" clId="{DE8711C3-63BF-410E-9C2D-9A77239E1E60}" dt="2026-04-26T01:38:05.613" v="323" actId="1038"/>
          <ac:spMkLst>
            <pc:docMk/>
            <pc:sldMk cId="645820717" sldId="262"/>
            <ac:spMk id="32" creationId="{8E96D085-9D38-4505-9197-1FFDC1AB6704}"/>
          </ac:spMkLst>
        </pc:spChg>
        <pc:spChg chg="mod">
          <ac:chgData name="Jisun Kang" userId="6f418750-b97c-4b47-8e96-2cf07ce40674" providerId="ADAL" clId="{DE8711C3-63BF-410E-9C2D-9A77239E1E60}" dt="2026-04-26T01:38:36.286" v="341" actId="1037"/>
          <ac:spMkLst>
            <pc:docMk/>
            <pc:sldMk cId="645820717" sldId="262"/>
            <ac:spMk id="33" creationId="{43F2D7F3-8B9C-4F14-A150-18C11E0A1843}"/>
          </ac:spMkLst>
        </pc:spChg>
        <pc:spChg chg="mod">
          <ac:chgData name="Jisun Kang" userId="6f418750-b97c-4b47-8e96-2cf07ce40674" providerId="ADAL" clId="{DE8711C3-63BF-410E-9C2D-9A77239E1E60}" dt="2026-04-26T01:37:57.773" v="309" actId="1038"/>
          <ac:spMkLst>
            <pc:docMk/>
            <pc:sldMk cId="645820717" sldId="262"/>
            <ac:spMk id="34" creationId="{91005573-0B6E-47B8-976C-6DE5EBEA4A4C}"/>
          </ac:spMkLst>
        </pc:spChg>
        <pc:spChg chg="mod">
          <ac:chgData name="Jisun Kang" userId="6f418750-b97c-4b47-8e96-2cf07ce40674" providerId="ADAL" clId="{DE8711C3-63BF-410E-9C2D-9A77239E1E60}" dt="2026-04-26T01:37:57.773" v="309" actId="1038"/>
          <ac:spMkLst>
            <pc:docMk/>
            <pc:sldMk cId="645820717" sldId="262"/>
            <ac:spMk id="35" creationId="{B218B6F4-4A8D-4754-9182-73D40B00AF90}"/>
          </ac:spMkLst>
        </pc:spChg>
        <pc:spChg chg="mod">
          <ac:chgData name="Jisun Kang" userId="6f418750-b97c-4b47-8e96-2cf07ce40674" providerId="ADAL" clId="{DE8711C3-63BF-410E-9C2D-9A77239E1E60}" dt="2026-04-26T01:37:57.773" v="309" actId="1038"/>
          <ac:spMkLst>
            <pc:docMk/>
            <pc:sldMk cId="645820717" sldId="262"/>
            <ac:spMk id="36" creationId="{5DFAB25A-6F1B-4A20-93A1-A950412A5B65}"/>
          </ac:spMkLst>
        </pc:spChg>
        <pc:spChg chg="mod">
          <ac:chgData name="Jisun Kang" userId="6f418750-b97c-4b47-8e96-2cf07ce40674" providerId="ADAL" clId="{DE8711C3-63BF-410E-9C2D-9A77239E1E60}" dt="2026-04-26T01:37:57.773" v="309" actId="1038"/>
          <ac:spMkLst>
            <pc:docMk/>
            <pc:sldMk cId="645820717" sldId="262"/>
            <ac:spMk id="37" creationId="{4DD2C83F-65BF-49DE-8CA1-FCCFDA2E239D}"/>
          </ac:spMkLst>
        </pc:spChg>
        <pc:spChg chg="mod">
          <ac:chgData name="Jisun Kang" userId="6f418750-b97c-4b47-8e96-2cf07ce40674" providerId="ADAL" clId="{DE8711C3-63BF-410E-9C2D-9A77239E1E60}" dt="2026-04-26T01:37:57.773" v="309" actId="1038"/>
          <ac:spMkLst>
            <pc:docMk/>
            <pc:sldMk cId="645820717" sldId="262"/>
            <ac:spMk id="38" creationId="{1727D97F-1706-42B2-AED4-D230DDF66A01}"/>
          </ac:spMkLst>
        </pc:spChg>
        <pc:spChg chg="del">
          <ac:chgData name="Jisun Kang" userId="6f418750-b97c-4b47-8e96-2cf07ce40674" providerId="ADAL" clId="{DE8711C3-63BF-410E-9C2D-9A77239E1E60}" dt="2026-04-26T01:37:09.362" v="203" actId="478"/>
          <ac:spMkLst>
            <pc:docMk/>
            <pc:sldMk cId="645820717" sldId="262"/>
            <ac:spMk id="41" creationId="{4CB468EF-9DF0-4603-92A6-2B7C0E458CEA}"/>
          </ac:spMkLst>
        </pc:spChg>
      </pc:sldChg>
      <pc:sldChg chg="delSp modSp mod">
        <pc:chgData name="Jisun Kang" userId="6f418750-b97c-4b47-8e96-2cf07ce40674" providerId="ADAL" clId="{DE8711C3-63BF-410E-9C2D-9A77239E1E60}" dt="2026-04-26T01:39:22.215" v="369" actId="167"/>
        <pc:sldMkLst>
          <pc:docMk/>
          <pc:sldMk cId="512999321" sldId="263"/>
        </pc:sldMkLst>
        <pc:spChg chg="del">
          <ac:chgData name="Jisun Kang" userId="6f418750-b97c-4b47-8e96-2cf07ce40674" providerId="ADAL" clId="{DE8711C3-63BF-410E-9C2D-9A77239E1E60}" dt="2026-04-26T01:38:40.215" v="342" actId="478"/>
          <ac:spMkLst>
            <pc:docMk/>
            <pc:sldMk cId="512999321" sldId="263"/>
            <ac:spMk id="5" creationId="{BDCDEBD4-505D-4952-8DEA-360D3D887FB5}"/>
          </ac:spMkLst>
        </pc:spChg>
        <pc:spChg chg="del">
          <ac:chgData name="Jisun Kang" userId="6f418750-b97c-4b47-8e96-2cf07ce40674" providerId="ADAL" clId="{DE8711C3-63BF-410E-9C2D-9A77239E1E60}" dt="2026-04-26T01:38:41.614" v="343" actId="478"/>
          <ac:spMkLst>
            <pc:docMk/>
            <pc:sldMk cId="512999321" sldId="263"/>
            <ac:spMk id="6" creationId="{F3AFBFB3-8E79-4841-A6F3-5EC36D77879E}"/>
          </ac:spMkLst>
        </pc:spChg>
        <pc:spChg chg="del">
          <ac:chgData name="Jisun Kang" userId="6f418750-b97c-4b47-8e96-2cf07ce40674" providerId="ADAL" clId="{DE8711C3-63BF-410E-9C2D-9A77239E1E60}" dt="2026-04-26T01:38:42.515" v="344" actId="478"/>
          <ac:spMkLst>
            <pc:docMk/>
            <pc:sldMk cId="512999321" sldId="263"/>
            <ac:spMk id="7" creationId="{05C95C2B-5B39-4A2E-B9BF-9A5D4F36E9B1}"/>
          </ac:spMkLst>
        </pc:spChg>
        <pc:spChg chg="del">
          <ac:chgData name="Jisun Kang" userId="6f418750-b97c-4b47-8e96-2cf07ce40674" providerId="ADAL" clId="{DE8711C3-63BF-410E-9C2D-9A77239E1E60}" dt="2026-04-26T01:38:45.217" v="346" actId="478"/>
          <ac:spMkLst>
            <pc:docMk/>
            <pc:sldMk cId="512999321" sldId="263"/>
            <ac:spMk id="8" creationId="{F65164F8-8710-4EB4-9FE8-6CCAB1CF597A}"/>
          </ac:spMkLst>
        </pc:spChg>
        <pc:spChg chg="del">
          <ac:chgData name="Jisun Kang" userId="6f418750-b97c-4b47-8e96-2cf07ce40674" providerId="ADAL" clId="{DE8711C3-63BF-410E-9C2D-9A77239E1E60}" dt="2026-04-26T01:39:02.005" v="350" actId="478"/>
          <ac:spMkLst>
            <pc:docMk/>
            <pc:sldMk cId="512999321" sldId="263"/>
            <ac:spMk id="9" creationId="{984458B6-D26B-49AD-AFDF-50D12DC67D4F}"/>
          </ac:spMkLst>
        </pc:spChg>
        <pc:spChg chg="del">
          <ac:chgData name="Jisun Kang" userId="6f418750-b97c-4b47-8e96-2cf07ce40674" providerId="ADAL" clId="{DE8711C3-63BF-410E-9C2D-9A77239E1E60}" dt="2026-04-26T01:39:06.925" v="359" actId="478"/>
          <ac:spMkLst>
            <pc:docMk/>
            <pc:sldMk cId="512999321" sldId="263"/>
            <ac:spMk id="10" creationId="{8CF4C679-42E7-4EF4-8C5E-F9A25F457138}"/>
          </ac:spMkLst>
        </pc:spChg>
        <pc:spChg chg="del">
          <ac:chgData name="Jisun Kang" userId="6f418750-b97c-4b47-8e96-2cf07ce40674" providerId="ADAL" clId="{DE8711C3-63BF-410E-9C2D-9A77239E1E60}" dt="2026-04-26T01:39:01.125" v="349" actId="478"/>
          <ac:spMkLst>
            <pc:docMk/>
            <pc:sldMk cId="512999321" sldId="263"/>
            <ac:spMk id="11" creationId="{BE4B1E1D-E65D-459B-B121-8B3B4CB27924}"/>
          </ac:spMkLst>
        </pc:spChg>
        <pc:spChg chg="ord">
          <ac:chgData name="Jisun Kang" userId="6f418750-b97c-4b47-8e96-2cf07ce40674" providerId="ADAL" clId="{DE8711C3-63BF-410E-9C2D-9A77239E1E60}" dt="2026-04-26T01:39:22.215" v="369" actId="167"/>
          <ac:spMkLst>
            <pc:docMk/>
            <pc:sldMk cId="512999321" sldId="263"/>
            <ac:spMk id="30" creationId="{226A3E4A-ADDF-410B-8E0F-2CEE2B7E8A05}"/>
          </ac:spMkLst>
        </pc:spChg>
        <pc:spChg chg="mod">
          <ac:chgData name="Jisun Kang" userId="6f418750-b97c-4b47-8e96-2cf07ce40674" providerId="ADAL" clId="{DE8711C3-63BF-410E-9C2D-9A77239E1E60}" dt="2026-04-26T01:39:17.628" v="368" actId="1036"/>
          <ac:spMkLst>
            <pc:docMk/>
            <pc:sldMk cId="512999321" sldId="263"/>
            <ac:spMk id="32" creationId="{013E3A61-3137-460C-8E5A-937C7689F836}"/>
          </ac:spMkLst>
        </pc:spChg>
        <pc:spChg chg="ord">
          <ac:chgData name="Jisun Kang" userId="6f418750-b97c-4b47-8e96-2cf07ce40674" providerId="ADAL" clId="{DE8711C3-63BF-410E-9C2D-9A77239E1E60}" dt="2026-04-26T01:38:57.269" v="348" actId="167"/>
          <ac:spMkLst>
            <pc:docMk/>
            <pc:sldMk cId="512999321" sldId="263"/>
            <ac:spMk id="33" creationId="{CDDE470F-F230-4997-80CC-69DE31D91120}"/>
          </ac:spMkLst>
        </pc:spChg>
        <pc:spChg chg="del">
          <ac:chgData name="Jisun Kang" userId="6f418750-b97c-4b47-8e96-2cf07ce40674" providerId="ADAL" clId="{DE8711C3-63BF-410E-9C2D-9A77239E1E60}" dt="2026-04-26T01:38:44.350" v="345" actId="478"/>
          <ac:spMkLst>
            <pc:docMk/>
            <pc:sldMk cId="512999321" sldId="263"/>
            <ac:spMk id="38" creationId="{4CB468EF-9DF0-4603-92A6-2B7C0E458CEA}"/>
          </ac:spMkLst>
        </pc:spChg>
      </pc:sldChg>
      <pc:sldChg chg="delSp modSp mod">
        <pc:chgData name="Jisun Kang" userId="6f418750-b97c-4b47-8e96-2cf07ce40674" providerId="ADAL" clId="{DE8711C3-63BF-410E-9C2D-9A77239E1E60}" dt="2026-04-26T01:39:44.069" v="395" actId="20577"/>
        <pc:sldMkLst>
          <pc:docMk/>
          <pc:sldMk cId="1753717920" sldId="264"/>
        </pc:sldMkLst>
        <pc:spChg chg="del">
          <ac:chgData name="Jisun Kang" userId="6f418750-b97c-4b47-8e96-2cf07ce40674" providerId="ADAL" clId="{DE8711C3-63BF-410E-9C2D-9A77239E1E60}" dt="2026-04-26T01:39:34.003" v="374" actId="478"/>
          <ac:spMkLst>
            <pc:docMk/>
            <pc:sldMk cId="1753717920" sldId="264"/>
            <ac:spMk id="5" creationId="{367CEF24-825B-4266-98A6-DC7C8EEF0DEA}"/>
          </ac:spMkLst>
        </pc:spChg>
        <pc:spChg chg="del">
          <ac:chgData name="Jisun Kang" userId="6f418750-b97c-4b47-8e96-2cf07ce40674" providerId="ADAL" clId="{DE8711C3-63BF-410E-9C2D-9A77239E1E60}" dt="2026-04-26T01:39:34.736" v="375" actId="478"/>
          <ac:spMkLst>
            <pc:docMk/>
            <pc:sldMk cId="1753717920" sldId="264"/>
            <ac:spMk id="6" creationId="{D0836472-D060-4304-B9BA-8C552F937F10}"/>
          </ac:spMkLst>
        </pc:spChg>
        <pc:spChg chg="del">
          <ac:chgData name="Jisun Kang" userId="6f418750-b97c-4b47-8e96-2cf07ce40674" providerId="ADAL" clId="{DE8711C3-63BF-410E-9C2D-9A77239E1E60}" dt="2026-04-26T01:39:29.909" v="370" actId="478"/>
          <ac:spMkLst>
            <pc:docMk/>
            <pc:sldMk cId="1753717920" sldId="264"/>
            <ac:spMk id="7" creationId="{6CC213F0-A082-4F90-92B6-55E648519C1F}"/>
          </ac:spMkLst>
        </pc:spChg>
        <pc:spChg chg="del">
          <ac:chgData name="Jisun Kang" userId="6f418750-b97c-4b47-8e96-2cf07ce40674" providerId="ADAL" clId="{DE8711C3-63BF-410E-9C2D-9A77239E1E60}" dt="2026-04-26T01:39:30.866" v="371" actId="478"/>
          <ac:spMkLst>
            <pc:docMk/>
            <pc:sldMk cId="1753717920" sldId="264"/>
            <ac:spMk id="8" creationId="{A2768FDF-9AB4-4777-9CC0-8A6A720BFB2C}"/>
          </ac:spMkLst>
        </pc:spChg>
        <pc:spChg chg="del">
          <ac:chgData name="Jisun Kang" userId="6f418750-b97c-4b47-8e96-2cf07ce40674" providerId="ADAL" clId="{DE8711C3-63BF-410E-9C2D-9A77239E1E60}" dt="2026-04-26T01:39:31.689" v="372" actId="478"/>
          <ac:spMkLst>
            <pc:docMk/>
            <pc:sldMk cId="1753717920" sldId="264"/>
            <ac:spMk id="9" creationId="{8B110A2A-662D-44EA-87D5-C133FD014B61}"/>
          </ac:spMkLst>
        </pc:spChg>
        <pc:spChg chg="mod">
          <ac:chgData name="Jisun Kang" userId="6f418750-b97c-4b47-8e96-2cf07ce40674" providerId="ADAL" clId="{DE8711C3-63BF-410E-9C2D-9A77239E1E60}" dt="2026-04-26T01:39:44.069" v="395" actId="20577"/>
          <ac:spMkLst>
            <pc:docMk/>
            <pc:sldMk cId="1753717920" sldId="264"/>
            <ac:spMk id="15" creationId="{F1BE4E9E-9C86-4EA2-A1DA-7C2C0B80C908}"/>
          </ac:spMkLst>
        </pc:spChg>
        <pc:spChg chg="mod">
          <ac:chgData name="Jisun Kang" userId="6f418750-b97c-4b47-8e96-2cf07ce40674" providerId="ADAL" clId="{DE8711C3-63BF-410E-9C2D-9A77239E1E60}" dt="2026-04-26T01:39:41.930" v="394" actId="1038"/>
          <ac:spMkLst>
            <pc:docMk/>
            <pc:sldMk cId="1753717920" sldId="264"/>
            <ac:spMk id="20" creationId="{7390FB13-1BDE-4918-A6EC-529AEF51ABF0}"/>
          </ac:spMkLst>
        </pc:spChg>
        <pc:spChg chg="mod">
          <ac:chgData name="Jisun Kang" userId="6f418750-b97c-4b47-8e96-2cf07ce40674" providerId="ADAL" clId="{DE8711C3-63BF-410E-9C2D-9A77239E1E60}" dt="2026-04-26T01:39:37.520" v="383" actId="1038"/>
          <ac:spMkLst>
            <pc:docMk/>
            <pc:sldMk cId="1753717920" sldId="264"/>
            <ac:spMk id="25" creationId="{1F86F143-9E72-491F-A7BE-49AF8F00DE57}"/>
          </ac:spMkLst>
        </pc:spChg>
        <pc:spChg chg="del">
          <ac:chgData name="Jisun Kang" userId="6f418750-b97c-4b47-8e96-2cf07ce40674" providerId="ADAL" clId="{DE8711C3-63BF-410E-9C2D-9A77239E1E60}" dt="2026-04-26T01:39:33.405" v="373" actId="478"/>
          <ac:spMkLst>
            <pc:docMk/>
            <pc:sldMk cId="1753717920" sldId="264"/>
            <ac:spMk id="46" creationId="{4CB468EF-9DF0-4603-92A6-2B7C0E458CEA}"/>
          </ac:spMkLst>
        </pc:spChg>
      </pc:sldChg>
      <pc:sldChg chg="delSp modSp mod">
        <pc:chgData name="Jisun Kang" userId="6f418750-b97c-4b47-8e96-2cf07ce40674" providerId="ADAL" clId="{DE8711C3-63BF-410E-9C2D-9A77239E1E60}" dt="2026-04-26T01:55:48.732" v="404" actId="478"/>
        <pc:sldMkLst>
          <pc:docMk/>
          <pc:sldMk cId="1243585143" sldId="265"/>
        </pc:sldMkLst>
        <pc:spChg chg="del">
          <ac:chgData name="Jisun Kang" userId="6f418750-b97c-4b47-8e96-2cf07ce40674" providerId="ADAL" clId="{DE8711C3-63BF-410E-9C2D-9A77239E1E60}" dt="2026-04-26T01:55:16.810" v="396" actId="478"/>
          <ac:spMkLst>
            <pc:docMk/>
            <pc:sldMk cId="1243585143" sldId="265"/>
            <ac:spMk id="5" creationId="{75E6DEB5-7A9B-46B0-AB60-BB37CA6797C1}"/>
          </ac:spMkLst>
        </pc:spChg>
        <pc:spChg chg="del">
          <ac:chgData name="Jisun Kang" userId="6f418750-b97c-4b47-8e96-2cf07ce40674" providerId="ADAL" clId="{DE8711C3-63BF-410E-9C2D-9A77239E1E60}" dt="2026-04-26T01:55:48.732" v="404" actId="478"/>
          <ac:spMkLst>
            <pc:docMk/>
            <pc:sldMk cId="1243585143" sldId="265"/>
            <ac:spMk id="6" creationId="{CD68A4CA-9C3D-42E2-B51A-66AF8A694F0E}"/>
          </ac:spMkLst>
        </pc:spChg>
        <pc:spChg chg="del">
          <ac:chgData name="Jisun Kang" userId="6f418750-b97c-4b47-8e96-2cf07ce40674" providerId="ADAL" clId="{DE8711C3-63BF-410E-9C2D-9A77239E1E60}" dt="2026-04-26T01:55:18.033" v="397" actId="478"/>
          <ac:spMkLst>
            <pc:docMk/>
            <pc:sldMk cId="1243585143" sldId="265"/>
            <ac:spMk id="7" creationId="{D5A4357C-6845-4554-8786-B5784F6B1445}"/>
          </ac:spMkLst>
        </pc:spChg>
        <pc:spChg chg="del">
          <ac:chgData name="Jisun Kang" userId="6f418750-b97c-4b47-8e96-2cf07ce40674" providerId="ADAL" clId="{DE8711C3-63BF-410E-9C2D-9A77239E1E60}" dt="2026-04-26T01:55:44.449" v="403" actId="478"/>
          <ac:spMkLst>
            <pc:docMk/>
            <pc:sldMk cId="1243585143" sldId="265"/>
            <ac:spMk id="8" creationId="{5ED82F6A-1414-4427-A85D-FA0C3959F113}"/>
          </ac:spMkLst>
        </pc:spChg>
        <pc:spChg chg="del">
          <ac:chgData name="Jisun Kang" userId="6f418750-b97c-4b47-8e96-2cf07ce40674" providerId="ADAL" clId="{DE8711C3-63BF-410E-9C2D-9A77239E1E60}" dt="2026-04-26T01:55:21.595" v="399" actId="478"/>
          <ac:spMkLst>
            <pc:docMk/>
            <pc:sldMk cId="1243585143" sldId="265"/>
            <ac:spMk id="9" creationId="{7A4F4BCE-AB1D-4038-80AF-0DDED3056A92}"/>
          </ac:spMkLst>
        </pc:spChg>
        <pc:spChg chg="del">
          <ac:chgData name="Jisun Kang" userId="6f418750-b97c-4b47-8e96-2cf07ce40674" providerId="ADAL" clId="{DE8711C3-63BF-410E-9C2D-9A77239E1E60}" dt="2026-04-26T01:55:35.166" v="401" actId="478"/>
          <ac:spMkLst>
            <pc:docMk/>
            <pc:sldMk cId="1243585143" sldId="265"/>
            <ac:spMk id="10" creationId="{FBE01709-0674-4E70-8299-4982956E46B7}"/>
          </ac:spMkLst>
        </pc:spChg>
        <pc:spChg chg="del">
          <ac:chgData name="Jisun Kang" userId="6f418750-b97c-4b47-8e96-2cf07ce40674" providerId="ADAL" clId="{DE8711C3-63BF-410E-9C2D-9A77239E1E60}" dt="2026-04-26T01:55:38.868" v="402" actId="478"/>
          <ac:spMkLst>
            <pc:docMk/>
            <pc:sldMk cId="1243585143" sldId="265"/>
            <ac:spMk id="11" creationId="{9A115B85-C9B2-42D1-BE81-65C01AE93F39}"/>
          </ac:spMkLst>
        </pc:spChg>
        <pc:spChg chg="ord">
          <ac:chgData name="Jisun Kang" userId="6f418750-b97c-4b47-8e96-2cf07ce40674" providerId="ADAL" clId="{DE8711C3-63BF-410E-9C2D-9A77239E1E60}" dt="2026-04-26T01:55:31.309" v="400" actId="167"/>
          <ac:spMkLst>
            <pc:docMk/>
            <pc:sldMk cId="1243585143" sldId="265"/>
            <ac:spMk id="30" creationId="{DCBBC65E-72A9-4921-BC3C-B1880227CA4F}"/>
          </ac:spMkLst>
        </pc:spChg>
        <pc:spChg chg="del">
          <ac:chgData name="Jisun Kang" userId="6f418750-b97c-4b47-8e96-2cf07ce40674" providerId="ADAL" clId="{DE8711C3-63BF-410E-9C2D-9A77239E1E60}" dt="2026-04-26T01:55:20.236" v="398" actId="478"/>
          <ac:spMkLst>
            <pc:docMk/>
            <pc:sldMk cId="1243585143" sldId="265"/>
            <ac:spMk id="56" creationId="{4CB468EF-9DF0-4603-92A6-2B7C0E458CEA}"/>
          </ac:spMkLst>
        </pc:spChg>
      </pc:sldChg>
      <pc:sldChg chg="delSp modSp mod">
        <pc:chgData name="Jisun Kang" userId="6f418750-b97c-4b47-8e96-2cf07ce40674" providerId="ADAL" clId="{DE8711C3-63BF-410E-9C2D-9A77239E1E60}" dt="2026-04-26T01:56:10.333" v="413" actId="478"/>
        <pc:sldMkLst>
          <pc:docMk/>
          <pc:sldMk cId="343492973" sldId="266"/>
        </pc:sldMkLst>
        <pc:spChg chg="del">
          <ac:chgData name="Jisun Kang" userId="6f418750-b97c-4b47-8e96-2cf07ce40674" providerId="ADAL" clId="{DE8711C3-63BF-410E-9C2D-9A77239E1E60}" dt="2026-04-26T01:55:51.099" v="405" actId="478"/>
          <ac:spMkLst>
            <pc:docMk/>
            <pc:sldMk cId="343492973" sldId="266"/>
            <ac:spMk id="5" creationId="{AE19A164-8FA9-4DC3-BDE6-AE95272C3F70}"/>
          </ac:spMkLst>
        </pc:spChg>
        <pc:spChg chg="del">
          <ac:chgData name="Jisun Kang" userId="6f418750-b97c-4b47-8e96-2cf07ce40674" providerId="ADAL" clId="{DE8711C3-63BF-410E-9C2D-9A77239E1E60}" dt="2026-04-26T01:55:52.969" v="406" actId="478"/>
          <ac:spMkLst>
            <pc:docMk/>
            <pc:sldMk cId="343492973" sldId="266"/>
            <ac:spMk id="6" creationId="{257998A3-ECD0-4DCB-AAEF-A7B7D8FA56C8}"/>
          </ac:spMkLst>
        </pc:spChg>
        <pc:spChg chg="del">
          <ac:chgData name="Jisun Kang" userId="6f418750-b97c-4b47-8e96-2cf07ce40674" providerId="ADAL" clId="{DE8711C3-63BF-410E-9C2D-9A77239E1E60}" dt="2026-04-26T01:55:54.084" v="407" actId="478"/>
          <ac:spMkLst>
            <pc:docMk/>
            <pc:sldMk cId="343492973" sldId="266"/>
            <ac:spMk id="7" creationId="{83E345E7-469F-439C-BA33-A979CA5A4B23}"/>
          </ac:spMkLst>
        </pc:spChg>
        <pc:spChg chg="del">
          <ac:chgData name="Jisun Kang" userId="6f418750-b97c-4b47-8e96-2cf07ce40674" providerId="ADAL" clId="{DE8711C3-63BF-410E-9C2D-9A77239E1E60}" dt="2026-04-26T01:56:10.333" v="413" actId="478"/>
          <ac:spMkLst>
            <pc:docMk/>
            <pc:sldMk cId="343492973" sldId="266"/>
            <ac:spMk id="8" creationId="{E96209B4-764C-4511-9A8D-67C25ED16B0D}"/>
          </ac:spMkLst>
        </pc:spChg>
        <pc:spChg chg="del">
          <ac:chgData name="Jisun Kang" userId="6f418750-b97c-4b47-8e96-2cf07ce40674" providerId="ADAL" clId="{DE8711C3-63BF-410E-9C2D-9A77239E1E60}" dt="2026-04-26T01:55:58.279" v="409" actId="478"/>
          <ac:spMkLst>
            <pc:docMk/>
            <pc:sldMk cId="343492973" sldId="266"/>
            <ac:spMk id="9" creationId="{3CB6F17E-FE03-429A-A449-53ABF0751C73}"/>
          </ac:spMkLst>
        </pc:spChg>
        <pc:spChg chg="del">
          <ac:chgData name="Jisun Kang" userId="6f418750-b97c-4b47-8e96-2cf07ce40674" providerId="ADAL" clId="{DE8711C3-63BF-410E-9C2D-9A77239E1E60}" dt="2026-04-26T01:56:06.357" v="411" actId="478"/>
          <ac:spMkLst>
            <pc:docMk/>
            <pc:sldMk cId="343492973" sldId="266"/>
            <ac:spMk id="10" creationId="{2399C4A2-EE43-4826-A119-9D366271D33F}"/>
          </ac:spMkLst>
        </pc:spChg>
        <pc:spChg chg="del">
          <ac:chgData name="Jisun Kang" userId="6f418750-b97c-4b47-8e96-2cf07ce40674" providerId="ADAL" clId="{DE8711C3-63BF-410E-9C2D-9A77239E1E60}" dt="2026-04-26T01:56:08.435" v="412" actId="478"/>
          <ac:spMkLst>
            <pc:docMk/>
            <pc:sldMk cId="343492973" sldId="266"/>
            <ac:spMk id="11" creationId="{AB34583F-7B27-46EA-9E8E-F17A9D680715}"/>
          </ac:spMkLst>
        </pc:spChg>
        <pc:spChg chg="ord">
          <ac:chgData name="Jisun Kang" userId="6f418750-b97c-4b47-8e96-2cf07ce40674" providerId="ADAL" clId="{DE8711C3-63BF-410E-9C2D-9A77239E1E60}" dt="2026-04-26T01:56:03.258" v="410" actId="167"/>
          <ac:spMkLst>
            <pc:docMk/>
            <pc:sldMk cId="343492973" sldId="266"/>
            <ac:spMk id="26" creationId="{A4347C8B-9E91-4853-8978-ACEA3567F1D0}"/>
          </ac:spMkLst>
        </pc:spChg>
        <pc:spChg chg="del">
          <ac:chgData name="Jisun Kang" userId="6f418750-b97c-4b47-8e96-2cf07ce40674" providerId="ADAL" clId="{DE8711C3-63BF-410E-9C2D-9A77239E1E60}" dt="2026-04-26T01:55:55.947" v="408" actId="478"/>
          <ac:spMkLst>
            <pc:docMk/>
            <pc:sldMk cId="343492973" sldId="266"/>
            <ac:spMk id="44" creationId="{4CB468EF-9DF0-4603-92A6-2B7C0E458CEA}"/>
          </ac:spMkLst>
        </pc:spChg>
      </pc:sldChg>
      <pc:sldChg chg="delSp mod">
        <pc:chgData name="Jisun Kang" userId="6f418750-b97c-4b47-8e96-2cf07ce40674" providerId="ADAL" clId="{DE8711C3-63BF-410E-9C2D-9A77239E1E60}" dt="2026-04-26T01:56:17.600" v="415" actId="478"/>
        <pc:sldMkLst>
          <pc:docMk/>
          <pc:sldMk cId="1921081688" sldId="267"/>
        </pc:sldMkLst>
        <pc:spChg chg="del">
          <ac:chgData name="Jisun Kang" userId="6f418750-b97c-4b47-8e96-2cf07ce40674" providerId="ADAL" clId="{DE8711C3-63BF-410E-9C2D-9A77239E1E60}" dt="2026-04-26T01:56:16.579" v="414" actId="478"/>
          <ac:spMkLst>
            <pc:docMk/>
            <pc:sldMk cId="1921081688" sldId="267"/>
            <ac:spMk id="5" creationId="{6445EB76-4E6A-4599-8F08-9892966E24DF}"/>
          </ac:spMkLst>
        </pc:spChg>
        <pc:spChg chg="del">
          <ac:chgData name="Jisun Kang" userId="6f418750-b97c-4b47-8e96-2cf07ce40674" providerId="ADAL" clId="{DE8711C3-63BF-410E-9C2D-9A77239E1E60}" dt="2026-04-26T01:56:17.600" v="415" actId="478"/>
          <ac:spMkLst>
            <pc:docMk/>
            <pc:sldMk cId="1921081688" sldId="267"/>
            <ac:spMk id="6" creationId="{1828F9F5-3544-4522-9984-DE9F35227AE0}"/>
          </ac:spMkLst>
        </pc:spChg>
      </pc:sldChg>
      <pc:sldChg chg="delSp mod">
        <pc:chgData name="Jisun Kang" userId="6f418750-b97c-4b47-8e96-2cf07ce40674" providerId="ADAL" clId="{DE8711C3-63BF-410E-9C2D-9A77239E1E60}" dt="2026-04-26T01:56:34.792" v="420" actId="478"/>
        <pc:sldMkLst>
          <pc:docMk/>
          <pc:sldMk cId="96567750" sldId="268"/>
        </pc:sldMkLst>
        <pc:spChg chg="del">
          <ac:chgData name="Jisun Kang" userId="6f418750-b97c-4b47-8e96-2cf07ce40674" providerId="ADAL" clId="{DE8711C3-63BF-410E-9C2D-9A77239E1E60}" dt="2026-04-26T01:56:23.876" v="416" actId="478"/>
          <ac:spMkLst>
            <pc:docMk/>
            <pc:sldMk cId="96567750" sldId="268"/>
            <ac:spMk id="5" creationId="{25A077DF-A058-495F-A2AB-718EC33D7A7E}"/>
          </ac:spMkLst>
        </pc:spChg>
        <pc:spChg chg="del">
          <ac:chgData name="Jisun Kang" userId="6f418750-b97c-4b47-8e96-2cf07ce40674" providerId="ADAL" clId="{DE8711C3-63BF-410E-9C2D-9A77239E1E60}" dt="2026-04-26T01:56:25.543" v="417" actId="478"/>
          <ac:spMkLst>
            <pc:docMk/>
            <pc:sldMk cId="96567750" sldId="268"/>
            <ac:spMk id="6" creationId="{8B23058D-F94A-41FB-BAFF-465E2A35BBF5}"/>
          </ac:spMkLst>
        </pc:spChg>
        <pc:spChg chg="del">
          <ac:chgData name="Jisun Kang" userId="6f418750-b97c-4b47-8e96-2cf07ce40674" providerId="ADAL" clId="{DE8711C3-63BF-410E-9C2D-9A77239E1E60}" dt="2026-04-26T01:56:28.386" v="418" actId="478"/>
          <ac:spMkLst>
            <pc:docMk/>
            <pc:sldMk cId="96567750" sldId="268"/>
            <ac:spMk id="7" creationId="{0E245376-7EFA-4670-9AE1-882C7991B481}"/>
          </ac:spMkLst>
        </pc:spChg>
        <pc:spChg chg="del">
          <ac:chgData name="Jisun Kang" userId="6f418750-b97c-4b47-8e96-2cf07ce40674" providerId="ADAL" clId="{DE8711C3-63BF-410E-9C2D-9A77239E1E60}" dt="2026-04-26T01:56:29.829" v="419" actId="478"/>
          <ac:spMkLst>
            <pc:docMk/>
            <pc:sldMk cId="96567750" sldId="268"/>
            <ac:spMk id="8" creationId="{C33C4A72-0710-47B3-95EE-AD16ED59BFB8}"/>
          </ac:spMkLst>
        </pc:spChg>
        <pc:spChg chg="del">
          <ac:chgData name="Jisun Kang" userId="6f418750-b97c-4b47-8e96-2cf07ce40674" providerId="ADAL" clId="{DE8711C3-63BF-410E-9C2D-9A77239E1E60}" dt="2026-04-26T01:56:34.792" v="420" actId="478"/>
          <ac:spMkLst>
            <pc:docMk/>
            <pc:sldMk cId="96567750" sldId="268"/>
            <ac:spMk id="33" creationId="{4CB468EF-9DF0-4603-92A6-2B7C0E458CEA}"/>
          </ac:spMkLst>
        </pc:spChg>
      </pc:sldChg>
      <pc:sldChg chg="delSp mod">
        <pc:chgData name="Jisun Kang" userId="6f418750-b97c-4b47-8e96-2cf07ce40674" providerId="ADAL" clId="{DE8711C3-63BF-410E-9C2D-9A77239E1E60}" dt="2026-04-26T01:57:08.408" v="428" actId="478"/>
        <pc:sldMkLst>
          <pc:docMk/>
          <pc:sldMk cId="1411236678" sldId="269"/>
        </pc:sldMkLst>
        <pc:spChg chg="del">
          <ac:chgData name="Jisun Kang" userId="6f418750-b97c-4b47-8e96-2cf07ce40674" providerId="ADAL" clId="{DE8711C3-63BF-410E-9C2D-9A77239E1E60}" dt="2026-04-26T01:56:46.880" v="421" actId="478"/>
          <ac:spMkLst>
            <pc:docMk/>
            <pc:sldMk cId="1411236678" sldId="269"/>
            <ac:spMk id="5" creationId="{AF2B2540-FFD0-498B-B3A9-460ECD932DA4}"/>
          </ac:spMkLst>
        </pc:spChg>
        <pc:spChg chg="del">
          <ac:chgData name="Jisun Kang" userId="6f418750-b97c-4b47-8e96-2cf07ce40674" providerId="ADAL" clId="{DE8711C3-63BF-410E-9C2D-9A77239E1E60}" dt="2026-04-26T01:56:47.986" v="422" actId="478"/>
          <ac:spMkLst>
            <pc:docMk/>
            <pc:sldMk cId="1411236678" sldId="269"/>
            <ac:spMk id="6" creationId="{A742F298-46E2-4659-A4CC-46C73C48E7B5}"/>
          </ac:spMkLst>
        </pc:spChg>
        <pc:spChg chg="del">
          <ac:chgData name="Jisun Kang" userId="6f418750-b97c-4b47-8e96-2cf07ce40674" providerId="ADAL" clId="{DE8711C3-63BF-410E-9C2D-9A77239E1E60}" dt="2026-04-26T01:56:53.346" v="424" actId="478"/>
          <ac:spMkLst>
            <pc:docMk/>
            <pc:sldMk cId="1411236678" sldId="269"/>
            <ac:spMk id="7" creationId="{9EB1F66F-1E1F-4D4F-BB52-6730019C2A22}"/>
          </ac:spMkLst>
        </pc:spChg>
        <pc:spChg chg="del">
          <ac:chgData name="Jisun Kang" userId="6f418750-b97c-4b47-8e96-2cf07ce40674" providerId="ADAL" clId="{DE8711C3-63BF-410E-9C2D-9A77239E1E60}" dt="2026-04-26T01:56:49.640" v="423" actId="478"/>
          <ac:spMkLst>
            <pc:docMk/>
            <pc:sldMk cId="1411236678" sldId="269"/>
            <ac:spMk id="8" creationId="{77E8C2B5-DEAE-4500-8BB7-5927BA240A92}"/>
          </ac:spMkLst>
        </pc:spChg>
        <pc:spChg chg="del">
          <ac:chgData name="Jisun Kang" userId="6f418750-b97c-4b47-8e96-2cf07ce40674" providerId="ADAL" clId="{DE8711C3-63BF-410E-9C2D-9A77239E1E60}" dt="2026-04-26T01:57:07.291" v="427" actId="478"/>
          <ac:spMkLst>
            <pc:docMk/>
            <pc:sldMk cId="1411236678" sldId="269"/>
            <ac:spMk id="9" creationId="{2F799297-883D-4F13-A702-A43CEFD16EC5}"/>
          </ac:spMkLst>
        </pc:spChg>
        <pc:spChg chg="del">
          <ac:chgData name="Jisun Kang" userId="6f418750-b97c-4b47-8e96-2cf07ce40674" providerId="ADAL" clId="{DE8711C3-63BF-410E-9C2D-9A77239E1E60}" dt="2026-04-26T01:57:04.949" v="426" actId="478"/>
          <ac:spMkLst>
            <pc:docMk/>
            <pc:sldMk cId="1411236678" sldId="269"/>
            <ac:spMk id="28" creationId="{F51E7B42-BB20-4694-97E8-E35BDD9B1D05}"/>
          </ac:spMkLst>
        </pc:spChg>
        <pc:spChg chg="del">
          <ac:chgData name="Jisun Kang" userId="6f418750-b97c-4b47-8e96-2cf07ce40674" providerId="ADAL" clId="{DE8711C3-63BF-410E-9C2D-9A77239E1E60}" dt="2026-04-26T01:57:08.408" v="428" actId="478"/>
          <ac:spMkLst>
            <pc:docMk/>
            <pc:sldMk cId="1411236678" sldId="269"/>
            <ac:spMk id="29" creationId="{3E6D4227-FEDC-449A-8A70-04F909BA0B25}"/>
          </ac:spMkLst>
        </pc:spChg>
        <pc:spChg chg="del">
          <ac:chgData name="Jisun Kang" userId="6f418750-b97c-4b47-8e96-2cf07ce40674" providerId="ADAL" clId="{DE8711C3-63BF-410E-9C2D-9A77239E1E60}" dt="2026-04-26T01:56:56.249" v="425" actId="478"/>
          <ac:spMkLst>
            <pc:docMk/>
            <pc:sldMk cId="1411236678" sldId="269"/>
            <ac:spMk id="30" creationId="{4CB468EF-9DF0-4603-92A6-2B7C0E458CEA}"/>
          </ac:spMkLst>
        </pc:spChg>
      </pc:sldChg>
      <pc:sldChg chg="addSp delSp modSp add del mod setBg modNotesTx">
        <pc:chgData name="Jisun Kang" userId="6f418750-b97c-4b47-8e96-2cf07ce40674" providerId="ADAL" clId="{DE8711C3-63BF-410E-9C2D-9A77239E1E60}" dt="2026-04-27T02:06:03.926" v="714" actId="47"/>
        <pc:sldMkLst>
          <pc:docMk/>
          <pc:sldMk cId="2241408390" sldId="270"/>
        </pc:sldMkLst>
        <pc:spChg chg="mod">
          <ac:chgData name="Jisun Kang" userId="6f418750-b97c-4b47-8e96-2cf07ce40674" providerId="ADAL" clId="{DE8711C3-63BF-410E-9C2D-9A77239E1E60}" dt="2026-04-26T02:01:00.224" v="619" actId="1076"/>
          <ac:spMkLst>
            <pc:docMk/>
            <pc:sldMk cId="2241408390" sldId="270"/>
            <ac:spMk id="2" creationId="{FF262051-8A07-DEB1-715E-5061B1646AC2}"/>
          </ac:spMkLst>
        </pc:spChg>
        <pc:spChg chg="ord">
          <ac:chgData name="Jisun Kang" userId="6f418750-b97c-4b47-8e96-2cf07ce40674" providerId="ADAL" clId="{DE8711C3-63BF-410E-9C2D-9A77239E1E60}" dt="2026-04-26T01:32:04.767" v="108" actId="167"/>
          <ac:spMkLst>
            <pc:docMk/>
            <pc:sldMk cId="2241408390" sldId="270"/>
            <ac:spMk id="4" creationId="{E5258E0C-545F-1EC5-688E-B943F94FD34B}"/>
          </ac:spMkLst>
        </pc:spChg>
        <pc:spChg chg="add del mod">
          <ac:chgData name="Jisun Kang" userId="6f418750-b97c-4b47-8e96-2cf07ce40674" providerId="ADAL" clId="{DE8711C3-63BF-410E-9C2D-9A77239E1E60}" dt="2026-04-26T01:57:16.673" v="429" actId="478"/>
          <ac:spMkLst>
            <pc:docMk/>
            <pc:sldMk cId="2241408390" sldId="270"/>
            <ac:spMk id="5" creationId="{AF25B35A-8B43-E76A-5338-EF91927F9E47}"/>
          </ac:spMkLst>
        </pc:spChg>
        <pc:spChg chg="add mod">
          <ac:chgData name="Jisun Kang" userId="6f418750-b97c-4b47-8e96-2cf07ce40674" providerId="ADAL" clId="{DE8711C3-63BF-410E-9C2D-9A77239E1E60}" dt="2026-04-26T02:00:09.623" v="596" actId="207"/>
          <ac:spMkLst>
            <pc:docMk/>
            <pc:sldMk cId="2241408390" sldId="270"/>
            <ac:spMk id="7" creationId="{CA0BA471-FC72-6A83-2D17-22F7BB9161BA}"/>
          </ac:spMkLst>
        </pc:spChg>
        <pc:spChg chg="add mod">
          <ac:chgData name="Jisun Kang" userId="6f418750-b97c-4b47-8e96-2cf07ce40674" providerId="ADAL" clId="{DE8711C3-63BF-410E-9C2D-9A77239E1E60}" dt="2026-04-26T02:01:11.418" v="620" actId="12789"/>
          <ac:spMkLst>
            <pc:docMk/>
            <pc:sldMk cId="2241408390" sldId="270"/>
            <ac:spMk id="9" creationId="{1439EC18-6E2B-F386-6533-859FB6405BCC}"/>
          </ac:spMkLst>
        </pc:spChg>
        <pc:spChg chg="del">
          <ac:chgData name="Jisun Kang" userId="6f418750-b97c-4b47-8e96-2cf07ce40674" providerId="ADAL" clId="{DE8711C3-63BF-410E-9C2D-9A77239E1E60}" dt="2026-04-26T01:32:10.674" v="109" actId="478"/>
          <ac:spMkLst>
            <pc:docMk/>
            <pc:sldMk cId="2241408390" sldId="270"/>
            <ac:spMk id="10" creationId="{0465CF3C-789A-E46A-4511-3A70D9480238}"/>
          </ac:spMkLst>
        </pc:spChg>
        <pc:spChg chg="del">
          <ac:chgData name="Jisun Kang" userId="6f418750-b97c-4b47-8e96-2cf07ce40674" providerId="ADAL" clId="{DE8711C3-63BF-410E-9C2D-9A77239E1E60}" dt="2026-04-26T01:58:11.110" v="508" actId="478"/>
          <ac:spMkLst>
            <pc:docMk/>
            <pc:sldMk cId="2241408390" sldId="270"/>
            <ac:spMk id="12" creationId="{3AB31F35-5278-8368-1F7D-8F2F27C684EE}"/>
          </ac:spMkLst>
        </pc:spChg>
        <pc:spChg chg="del">
          <ac:chgData name="Jisun Kang" userId="6f418750-b97c-4b47-8e96-2cf07ce40674" providerId="ADAL" clId="{DE8711C3-63BF-410E-9C2D-9A77239E1E60}" dt="2026-04-26T01:58:13.320" v="509" actId="478"/>
          <ac:spMkLst>
            <pc:docMk/>
            <pc:sldMk cId="2241408390" sldId="270"/>
            <ac:spMk id="14" creationId="{F4C7B432-1B03-8DE3-BF17-230702D2061C}"/>
          </ac:spMkLst>
        </pc:spChg>
        <pc:spChg chg="del">
          <ac:chgData name="Jisun Kang" userId="6f418750-b97c-4b47-8e96-2cf07ce40674" providerId="ADAL" clId="{DE8711C3-63BF-410E-9C2D-9A77239E1E60}" dt="2026-04-26T01:58:15.052" v="510" actId="478"/>
          <ac:spMkLst>
            <pc:docMk/>
            <pc:sldMk cId="2241408390" sldId="270"/>
            <ac:spMk id="15" creationId="{233D7B2D-2B9C-A852-3BE9-BC56B1D460C7}"/>
          </ac:spMkLst>
        </pc:spChg>
        <pc:spChg chg="mod">
          <ac:chgData name="Jisun Kang" userId="6f418750-b97c-4b47-8e96-2cf07ce40674" providerId="ADAL" clId="{DE8711C3-63BF-410E-9C2D-9A77239E1E60}" dt="2026-04-26T01:58:29.626" v="538" actId="1037"/>
          <ac:spMkLst>
            <pc:docMk/>
            <pc:sldMk cId="2241408390" sldId="270"/>
            <ac:spMk id="16" creationId="{9145F8BB-65CB-1BD7-14D9-59D6196D1A47}"/>
          </ac:spMkLst>
        </pc:spChg>
        <pc:spChg chg="del">
          <ac:chgData name="Jisun Kang" userId="6f418750-b97c-4b47-8e96-2cf07ce40674" providerId="ADAL" clId="{DE8711C3-63BF-410E-9C2D-9A77239E1E60}" dt="2026-04-26T01:31:54.027" v="106" actId="478"/>
          <ac:spMkLst>
            <pc:docMk/>
            <pc:sldMk cId="2241408390" sldId="270"/>
            <ac:spMk id="17" creationId="{84D0D975-DA7C-FF45-642F-DA970D259BE6}"/>
          </ac:spMkLst>
        </pc:spChg>
        <pc:spChg chg="del mod">
          <ac:chgData name="Jisun Kang" userId="6f418750-b97c-4b47-8e96-2cf07ce40674" providerId="ADAL" clId="{DE8711C3-63BF-410E-9C2D-9A77239E1E60}" dt="2026-04-26T01:32:40.852" v="126" actId="478"/>
          <ac:spMkLst>
            <pc:docMk/>
            <pc:sldMk cId="2241408390" sldId="270"/>
            <ac:spMk id="18" creationId="{8819A5B9-8123-6C52-A0B0-E6C99602A7F6}"/>
          </ac:spMkLst>
        </pc:spChg>
        <pc:spChg chg="del">
          <ac:chgData name="Jisun Kang" userId="6f418750-b97c-4b47-8e96-2cf07ce40674" providerId="ADAL" clId="{DE8711C3-63BF-410E-9C2D-9A77239E1E60}" dt="2026-04-26T01:32:32.159" v="122" actId="478"/>
          <ac:spMkLst>
            <pc:docMk/>
            <pc:sldMk cId="2241408390" sldId="270"/>
            <ac:spMk id="19" creationId="{21754C0E-75F4-A4A7-294A-FB3A3AFFA4A8}"/>
          </ac:spMkLst>
        </pc:spChg>
        <pc:spChg chg="del mod">
          <ac:chgData name="Jisun Kang" userId="6f418750-b97c-4b47-8e96-2cf07ce40674" providerId="ADAL" clId="{DE8711C3-63BF-410E-9C2D-9A77239E1E60}" dt="2026-04-26T01:32:30.979" v="121" actId="478"/>
          <ac:spMkLst>
            <pc:docMk/>
            <pc:sldMk cId="2241408390" sldId="270"/>
            <ac:spMk id="20" creationId="{966A8942-38A3-B88A-F467-51519218DDD0}"/>
          </ac:spMkLst>
        </pc:spChg>
        <pc:spChg chg="del">
          <ac:chgData name="Jisun Kang" userId="6f418750-b97c-4b47-8e96-2cf07ce40674" providerId="ADAL" clId="{DE8711C3-63BF-410E-9C2D-9A77239E1E60}" dt="2026-04-26T01:32:40.852" v="126" actId="478"/>
          <ac:spMkLst>
            <pc:docMk/>
            <pc:sldMk cId="2241408390" sldId="270"/>
            <ac:spMk id="21" creationId="{421E0298-8806-C854-827D-3E675B83CD27}"/>
          </ac:spMkLst>
        </pc:spChg>
        <pc:spChg chg="del">
          <ac:chgData name="Jisun Kang" userId="6f418750-b97c-4b47-8e96-2cf07ce40674" providerId="ADAL" clId="{DE8711C3-63BF-410E-9C2D-9A77239E1E60}" dt="2026-04-26T01:32:35.119" v="125" actId="478"/>
          <ac:spMkLst>
            <pc:docMk/>
            <pc:sldMk cId="2241408390" sldId="270"/>
            <ac:spMk id="22" creationId="{10ED0B85-CF93-DFEE-80AA-B5AA156838ED}"/>
          </ac:spMkLst>
        </pc:spChg>
        <pc:spChg chg="del mod">
          <ac:chgData name="Jisun Kang" userId="6f418750-b97c-4b47-8e96-2cf07ce40674" providerId="ADAL" clId="{DE8711C3-63BF-410E-9C2D-9A77239E1E60}" dt="2026-04-26T01:32:40.852" v="126" actId="478"/>
          <ac:spMkLst>
            <pc:docMk/>
            <pc:sldMk cId="2241408390" sldId="270"/>
            <ac:spMk id="23" creationId="{F9B44A33-8679-3DE2-13C9-145CED315A48}"/>
          </ac:spMkLst>
        </pc:spChg>
        <pc:spChg chg="del">
          <ac:chgData name="Jisun Kang" userId="6f418750-b97c-4b47-8e96-2cf07ce40674" providerId="ADAL" clId="{DE8711C3-63BF-410E-9C2D-9A77239E1E60}" dt="2026-04-26T01:32:32.960" v="123" actId="478"/>
          <ac:spMkLst>
            <pc:docMk/>
            <pc:sldMk cId="2241408390" sldId="270"/>
            <ac:spMk id="24" creationId="{238E1EAC-7D54-E184-4650-34F86BFEAEBD}"/>
          </ac:spMkLst>
        </pc:spChg>
        <pc:spChg chg="del mod">
          <ac:chgData name="Jisun Kang" userId="6f418750-b97c-4b47-8e96-2cf07ce40674" providerId="ADAL" clId="{DE8711C3-63BF-410E-9C2D-9A77239E1E60}" dt="2026-04-26T01:32:30.184" v="120" actId="478"/>
          <ac:spMkLst>
            <pc:docMk/>
            <pc:sldMk cId="2241408390" sldId="270"/>
            <ac:spMk id="25" creationId="{600323CF-A79A-092E-B10B-A4B36AF5E713}"/>
          </ac:spMkLst>
        </pc:spChg>
        <pc:spChg chg="del">
          <ac:chgData name="Jisun Kang" userId="6f418750-b97c-4b47-8e96-2cf07ce40674" providerId="ADAL" clId="{DE8711C3-63BF-410E-9C2D-9A77239E1E60}" dt="2026-04-26T01:32:40.852" v="126" actId="478"/>
          <ac:spMkLst>
            <pc:docMk/>
            <pc:sldMk cId="2241408390" sldId="270"/>
            <ac:spMk id="26" creationId="{07251900-A3DA-AEB6-4D1B-9D2623BD5D75}"/>
          </ac:spMkLst>
        </pc:spChg>
        <pc:spChg chg="del">
          <ac:chgData name="Jisun Kang" userId="6f418750-b97c-4b47-8e96-2cf07ce40674" providerId="ADAL" clId="{DE8711C3-63BF-410E-9C2D-9A77239E1E60}" dt="2026-04-26T01:32:40.852" v="126" actId="478"/>
          <ac:spMkLst>
            <pc:docMk/>
            <pc:sldMk cId="2241408390" sldId="270"/>
            <ac:spMk id="27" creationId="{229F0E49-D80A-2CA5-34FE-81548798F3E2}"/>
          </ac:spMkLst>
        </pc:spChg>
        <pc:spChg chg="del mod">
          <ac:chgData name="Jisun Kang" userId="6f418750-b97c-4b47-8e96-2cf07ce40674" providerId="ADAL" clId="{DE8711C3-63BF-410E-9C2D-9A77239E1E60}" dt="2026-04-26T01:32:40.852" v="126" actId="478"/>
          <ac:spMkLst>
            <pc:docMk/>
            <pc:sldMk cId="2241408390" sldId="270"/>
            <ac:spMk id="28" creationId="{511E2BFA-BA76-7E0D-88FE-F149D31AB23F}"/>
          </ac:spMkLst>
        </pc:spChg>
        <pc:spChg chg="del">
          <ac:chgData name="Jisun Kang" userId="6f418750-b97c-4b47-8e96-2cf07ce40674" providerId="ADAL" clId="{DE8711C3-63BF-410E-9C2D-9A77239E1E60}" dt="2026-04-26T01:32:33.780" v="124" actId="478"/>
          <ac:spMkLst>
            <pc:docMk/>
            <pc:sldMk cId="2241408390" sldId="270"/>
            <ac:spMk id="29" creationId="{E9D798CB-7661-B523-10D9-ED8927C1E85A}"/>
          </ac:spMkLst>
        </pc:spChg>
        <pc:spChg chg="del mod">
          <ac:chgData name="Jisun Kang" userId="6f418750-b97c-4b47-8e96-2cf07ce40674" providerId="ADAL" clId="{DE8711C3-63BF-410E-9C2D-9A77239E1E60}" dt="2026-04-26T01:32:29.142" v="119" actId="478"/>
          <ac:spMkLst>
            <pc:docMk/>
            <pc:sldMk cId="2241408390" sldId="270"/>
            <ac:spMk id="30" creationId="{B8A3DDF2-104A-DF06-B8E4-274C157ACC01}"/>
          </ac:spMkLst>
        </pc:spChg>
        <pc:spChg chg="del">
          <ac:chgData name="Jisun Kang" userId="6f418750-b97c-4b47-8e96-2cf07ce40674" providerId="ADAL" clId="{DE8711C3-63BF-410E-9C2D-9A77239E1E60}" dt="2026-04-26T01:32:40.852" v="126" actId="478"/>
          <ac:spMkLst>
            <pc:docMk/>
            <pc:sldMk cId="2241408390" sldId="270"/>
            <ac:spMk id="31" creationId="{90B0FB21-1FB3-C9F8-695E-D1D380F81A3B}"/>
          </ac:spMkLst>
        </pc:spChg>
        <pc:spChg chg="del">
          <ac:chgData name="Jisun Kang" userId="6f418750-b97c-4b47-8e96-2cf07ce40674" providerId="ADAL" clId="{DE8711C3-63BF-410E-9C2D-9A77239E1E60}" dt="2026-04-26T01:32:40.852" v="126" actId="478"/>
          <ac:spMkLst>
            <pc:docMk/>
            <pc:sldMk cId="2241408390" sldId="270"/>
            <ac:spMk id="32" creationId="{2A69E1F7-5180-E127-49C3-E78D3485039A}"/>
          </ac:spMkLst>
        </pc:spChg>
        <pc:spChg chg="del">
          <ac:chgData name="Jisun Kang" userId="6f418750-b97c-4b47-8e96-2cf07ce40674" providerId="ADAL" clId="{DE8711C3-63BF-410E-9C2D-9A77239E1E60}" dt="2026-04-26T01:32:10.674" v="109" actId="478"/>
          <ac:spMkLst>
            <pc:docMk/>
            <pc:sldMk cId="2241408390" sldId="270"/>
            <ac:spMk id="34" creationId="{2B5AAE28-D481-20DC-CA42-48D56FB0866A}"/>
          </ac:spMkLst>
        </pc:spChg>
        <pc:spChg chg="del">
          <ac:chgData name="Jisun Kang" userId="6f418750-b97c-4b47-8e96-2cf07ce40674" providerId="ADAL" clId="{DE8711C3-63BF-410E-9C2D-9A77239E1E60}" dt="2026-04-26T01:32:10.674" v="109" actId="478"/>
          <ac:spMkLst>
            <pc:docMk/>
            <pc:sldMk cId="2241408390" sldId="270"/>
            <ac:spMk id="35" creationId="{73E4C851-2FA5-EE10-B6D8-45B4BBD02CDE}"/>
          </ac:spMkLst>
        </pc:spChg>
        <pc:spChg chg="del">
          <ac:chgData name="Jisun Kang" userId="6f418750-b97c-4b47-8e96-2cf07ce40674" providerId="ADAL" clId="{DE8711C3-63BF-410E-9C2D-9A77239E1E60}" dt="2026-04-26T01:32:10.674" v="109" actId="478"/>
          <ac:spMkLst>
            <pc:docMk/>
            <pc:sldMk cId="2241408390" sldId="270"/>
            <ac:spMk id="38" creationId="{2C5AEB2F-4532-D3A0-2A9A-F5ECD2179546}"/>
          </ac:spMkLst>
        </pc:spChg>
        <pc:spChg chg="del">
          <ac:chgData name="Jisun Kang" userId="6f418750-b97c-4b47-8e96-2cf07ce40674" providerId="ADAL" clId="{DE8711C3-63BF-410E-9C2D-9A77239E1E60}" dt="2026-04-26T01:32:10.674" v="109" actId="478"/>
          <ac:spMkLst>
            <pc:docMk/>
            <pc:sldMk cId="2241408390" sldId="270"/>
            <ac:spMk id="40" creationId="{8B84F65A-4F9E-0B7C-F59B-271368F7E9EB}"/>
          </ac:spMkLst>
        </pc:spChg>
        <pc:spChg chg="del">
          <ac:chgData name="Jisun Kang" userId="6f418750-b97c-4b47-8e96-2cf07ce40674" providerId="ADAL" clId="{DE8711C3-63BF-410E-9C2D-9A77239E1E60}" dt="2026-04-26T01:32:10.674" v="109" actId="478"/>
          <ac:spMkLst>
            <pc:docMk/>
            <pc:sldMk cId="2241408390" sldId="270"/>
            <ac:spMk id="42" creationId="{748513B6-0790-C9D3-DFAA-F5848255F859}"/>
          </ac:spMkLst>
        </pc:spChg>
        <pc:spChg chg="del">
          <ac:chgData name="Jisun Kang" userId="6f418750-b97c-4b47-8e96-2cf07ce40674" providerId="ADAL" clId="{DE8711C3-63BF-410E-9C2D-9A77239E1E60}" dt="2026-04-26T01:32:10.674" v="109" actId="478"/>
          <ac:spMkLst>
            <pc:docMk/>
            <pc:sldMk cId="2241408390" sldId="270"/>
            <ac:spMk id="43" creationId="{76CB2861-5A34-93E6-91CD-EA18326AFAE6}"/>
          </ac:spMkLst>
        </pc:spChg>
        <pc:spChg chg="del">
          <ac:chgData name="Jisun Kang" userId="6f418750-b97c-4b47-8e96-2cf07ce40674" providerId="ADAL" clId="{DE8711C3-63BF-410E-9C2D-9A77239E1E60}" dt="2026-04-26T01:32:10.674" v="109" actId="478"/>
          <ac:spMkLst>
            <pc:docMk/>
            <pc:sldMk cId="2241408390" sldId="270"/>
            <ac:spMk id="45" creationId="{BF47A3C7-8542-1C8B-433D-236BBB1C1BA1}"/>
          </ac:spMkLst>
        </pc:spChg>
        <pc:spChg chg="del">
          <ac:chgData name="Jisun Kang" userId="6f418750-b97c-4b47-8e96-2cf07ce40674" providerId="ADAL" clId="{DE8711C3-63BF-410E-9C2D-9A77239E1E60}" dt="2026-04-26T01:32:10.674" v="109" actId="478"/>
          <ac:spMkLst>
            <pc:docMk/>
            <pc:sldMk cId="2241408390" sldId="270"/>
            <ac:spMk id="46" creationId="{A319B90F-A1E6-3CA6-08BF-D6308BBC7E60}"/>
          </ac:spMkLst>
        </pc:spChg>
        <pc:spChg chg="del">
          <ac:chgData name="Jisun Kang" userId="6f418750-b97c-4b47-8e96-2cf07ce40674" providerId="ADAL" clId="{DE8711C3-63BF-410E-9C2D-9A77239E1E60}" dt="2026-04-26T01:32:10.674" v="109" actId="478"/>
          <ac:spMkLst>
            <pc:docMk/>
            <pc:sldMk cId="2241408390" sldId="270"/>
            <ac:spMk id="47" creationId="{B16A4D09-014D-6206-F5A3-3B861016F222}"/>
          </ac:spMkLst>
        </pc:spChg>
        <pc:spChg chg="mod">
          <ac:chgData name="Jisun Kang" userId="6f418750-b97c-4b47-8e96-2cf07ce40674" providerId="ADAL" clId="{DE8711C3-63BF-410E-9C2D-9A77239E1E60}" dt="2026-04-26T02:01:11.418" v="620" actId="12789"/>
          <ac:spMkLst>
            <pc:docMk/>
            <pc:sldMk cId="2241408390" sldId="270"/>
            <ac:spMk id="48" creationId="{1BE11D87-98B0-A603-70EE-A0B79A0A25F0}"/>
          </ac:spMkLst>
        </pc:spChg>
        <pc:spChg chg="mod">
          <ac:chgData name="Jisun Kang" userId="6f418750-b97c-4b47-8e96-2cf07ce40674" providerId="ADAL" clId="{DE8711C3-63BF-410E-9C2D-9A77239E1E60}" dt="2026-04-26T02:01:11.418" v="620" actId="12789"/>
          <ac:spMkLst>
            <pc:docMk/>
            <pc:sldMk cId="2241408390" sldId="270"/>
            <ac:spMk id="50" creationId="{639A0F15-E896-DAA2-BF7D-B3993D1D7F27}"/>
          </ac:spMkLst>
        </pc:spChg>
        <pc:spChg chg="add mod">
          <ac:chgData name="Jisun Kang" userId="6f418750-b97c-4b47-8e96-2cf07ce40674" providerId="ADAL" clId="{DE8711C3-63BF-410E-9C2D-9A77239E1E60}" dt="2026-04-26T02:01:28.495" v="642" actId="242"/>
          <ac:spMkLst>
            <pc:docMk/>
            <pc:sldMk cId="2241408390" sldId="270"/>
            <ac:spMk id="52" creationId="{876593BD-AF31-3402-7640-D4C6573F81AA}"/>
          </ac:spMkLst>
        </pc:spChg>
        <pc:spChg chg="add mod">
          <ac:chgData name="Jisun Kang" userId="6f418750-b97c-4b47-8e96-2cf07ce40674" providerId="ADAL" clId="{DE8711C3-63BF-410E-9C2D-9A77239E1E60}" dt="2026-04-26T02:04:23.448" v="699" actId="1036"/>
          <ac:spMkLst>
            <pc:docMk/>
            <pc:sldMk cId="2241408390" sldId="270"/>
            <ac:spMk id="54" creationId="{8D52C183-7271-CF8C-19B0-EDCBE086A26D}"/>
          </ac:spMkLst>
        </pc:spChg>
        <pc:spChg chg="add mod">
          <ac:chgData name="Jisun Kang" userId="6f418750-b97c-4b47-8e96-2cf07ce40674" providerId="ADAL" clId="{DE8711C3-63BF-410E-9C2D-9A77239E1E60}" dt="2026-04-26T02:04:23.448" v="699" actId="1036"/>
          <ac:spMkLst>
            <pc:docMk/>
            <pc:sldMk cId="2241408390" sldId="270"/>
            <ac:spMk id="56" creationId="{E0D343A7-F6A1-E1F8-8D80-3CD92407721B}"/>
          </ac:spMkLst>
        </pc:spChg>
        <pc:spChg chg="add mod">
          <ac:chgData name="Jisun Kang" userId="6f418750-b97c-4b47-8e96-2cf07ce40674" providerId="ADAL" clId="{DE8711C3-63BF-410E-9C2D-9A77239E1E60}" dt="2026-04-26T02:04:23.448" v="699" actId="1036"/>
          <ac:spMkLst>
            <pc:docMk/>
            <pc:sldMk cId="2241408390" sldId="270"/>
            <ac:spMk id="58" creationId="{B8162560-A53F-AD90-D5BD-9751259185B3}"/>
          </ac:spMkLst>
        </pc:spChg>
        <pc:spChg chg="add mod">
          <ac:chgData name="Jisun Kang" userId="6f418750-b97c-4b47-8e96-2cf07ce40674" providerId="ADAL" clId="{DE8711C3-63BF-410E-9C2D-9A77239E1E60}" dt="2026-04-26T02:04:23.448" v="699" actId="1036"/>
          <ac:spMkLst>
            <pc:docMk/>
            <pc:sldMk cId="2241408390" sldId="270"/>
            <ac:spMk id="60" creationId="{F09184E7-5731-8D39-6760-458D2EDD0381}"/>
          </ac:spMkLst>
        </pc:spChg>
        <pc:spChg chg="add del mod">
          <ac:chgData name="Jisun Kang" userId="6f418750-b97c-4b47-8e96-2cf07ce40674" providerId="ADAL" clId="{DE8711C3-63BF-410E-9C2D-9A77239E1E60}" dt="2026-04-26T02:03:16.623" v="671" actId="478"/>
          <ac:spMkLst>
            <pc:docMk/>
            <pc:sldMk cId="2241408390" sldId="270"/>
            <ac:spMk id="62" creationId="{46A26B17-EB46-B31D-F120-D16719C5B998}"/>
          </ac:spMkLst>
        </pc:spChg>
        <pc:spChg chg="add mod">
          <ac:chgData name="Jisun Kang" userId="6f418750-b97c-4b47-8e96-2cf07ce40674" providerId="ADAL" clId="{DE8711C3-63BF-410E-9C2D-9A77239E1E60}" dt="2026-04-26T02:04:54.061" v="703" actId="12789"/>
          <ac:spMkLst>
            <pc:docMk/>
            <pc:sldMk cId="2241408390" sldId="270"/>
            <ac:spMk id="64" creationId="{799E288D-F96E-C634-051D-125FF2225C2C}"/>
          </ac:spMkLst>
        </pc:spChg>
        <pc:spChg chg="mod">
          <ac:chgData name="Jisun Kang" userId="6f418750-b97c-4b47-8e96-2cf07ce40674" providerId="ADAL" clId="{DE8711C3-63BF-410E-9C2D-9A77239E1E60}" dt="2026-04-26T02:04:54.061" v="703" actId="12789"/>
          <ac:spMkLst>
            <pc:docMk/>
            <pc:sldMk cId="2241408390" sldId="270"/>
            <ac:spMk id="66" creationId="{C7FE7B3A-42E2-1D5E-A0FA-EB698D7C3580}"/>
          </ac:spMkLst>
        </pc:spChg>
        <pc:spChg chg="add mod">
          <ac:chgData name="Jisun Kang" userId="6f418750-b97c-4b47-8e96-2cf07ce40674" providerId="ADAL" clId="{DE8711C3-63BF-410E-9C2D-9A77239E1E60}" dt="2026-04-26T02:04:54.061" v="703" actId="12789"/>
          <ac:spMkLst>
            <pc:docMk/>
            <pc:sldMk cId="2241408390" sldId="270"/>
            <ac:spMk id="68" creationId="{1421C577-5202-4A8A-44B0-8E7D75753576}"/>
          </ac:spMkLst>
        </pc:spChg>
        <pc:spChg chg="mod">
          <ac:chgData name="Jisun Kang" userId="6f418750-b97c-4b47-8e96-2cf07ce40674" providerId="ADAL" clId="{DE8711C3-63BF-410E-9C2D-9A77239E1E60}" dt="2026-04-26T02:04:54.061" v="703" actId="12789"/>
          <ac:spMkLst>
            <pc:docMk/>
            <pc:sldMk cId="2241408390" sldId="270"/>
            <ac:spMk id="70" creationId="{E16F327F-D9AC-F908-5A81-3D6AA81F3324}"/>
          </ac:spMkLst>
        </pc:spChg>
        <pc:spChg chg="add mod">
          <ac:chgData name="Jisun Kang" userId="6f418750-b97c-4b47-8e96-2cf07ce40674" providerId="ADAL" clId="{DE8711C3-63BF-410E-9C2D-9A77239E1E60}" dt="2026-04-26T02:04:15.327" v="682" actId="14100"/>
          <ac:spMkLst>
            <pc:docMk/>
            <pc:sldMk cId="2241408390" sldId="270"/>
            <ac:spMk id="72" creationId="{63B35337-8B2F-8D5B-63F5-FEF8CF3BB1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첫 장에서는 학생들이 어렵다고 느끼지 않도록 발표의 큰 질문 네 가지를 먼저 보여준다</a:t>
            </a:r>
            <a:r>
              <a:rPr lang="en-US" altLang="ko-KR"/>
              <a:t>. </a:t>
            </a:r>
            <a:r>
              <a:rPr lang="ko-KR" altLang="en-US"/>
              <a:t>오늘 발표가 기술 용어 암기보다 이해와 판단에 초점이 있다는 점을 강조한다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en-US"/>
              <a:t>Sources]</a:t>
            </a:r>
          </a:p>
          <a:p>
            <a:r>
              <a:rPr lang="en-US"/>
              <a:t>- Stable, classroom-friendly conceptual explanations about AI fundamentals without time-sensitive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슬라이드는 발표 시작 직후 청중에게 전체 지도를 보여주는 역할이다</a:t>
            </a:r>
            <a:r>
              <a:rPr lang="en-US" altLang="ko-KR"/>
              <a:t>. </a:t>
            </a:r>
            <a:r>
              <a:rPr lang="ko-KR" altLang="en-US"/>
              <a:t>각 항목을 한 문장씩만 짚고 빠르게 넘어가면 뒤 슬라이드들이 더 잘 연결된다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en-US"/>
              <a:t>Sources]</a:t>
            </a:r>
          </a:p>
          <a:p>
            <a:r>
              <a:rPr lang="en-US"/>
              <a:t>- Stable, classroom-friendly conceptual explanations about AI fundamentals without time-sensitive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학생들이 실제로 매일 쓰는 서비스를 먼저 떠올리게 한다</a:t>
            </a:r>
            <a:r>
              <a:rPr lang="en-US" altLang="ko-KR"/>
              <a:t>. </a:t>
            </a:r>
            <a:r>
              <a:rPr lang="en-US"/>
              <a:t>AI</a:t>
            </a:r>
            <a:r>
              <a:rPr lang="ko-KR" altLang="en-US"/>
              <a:t>를 멀리 있는 연구 주제가 아니라 익숙한 생활 기술로 받아들이게 만드는 역할의 슬라이드다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en-US"/>
              <a:t>Sources]</a:t>
            </a:r>
          </a:p>
          <a:p>
            <a:r>
              <a:rPr lang="en-US"/>
              <a:t>- Stable, classroom-friendly conceptual explanations about AI fundamentals without time-sensitive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이 </a:t>
            </a:r>
            <a:r>
              <a:rPr dirty="0" err="1"/>
              <a:t>슬라이드는</a:t>
            </a:r>
            <a:r>
              <a:rPr dirty="0"/>
              <a:t> '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유행어가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널리</a:t>
            </a:r>
            <a:r>
              <a:rPr dirty="0"/>
              <a:t> </a:t>
            </a:r>
            <a:r>
              <a:rPr dirty="0" err="1"/>
              <a:t>쓰이고</a:t>
            </a:r>
            <a:r>
              <a:rPr dirty="0"/>
              <a:t> </a:t>
            </a:r>
            <a:r>
              <a:rPr dirty="0" err="1"/>
              <a:t>있다'는</a:t>
            </a:r>
            <a:r>
              <a:rPr dirty="0"/>
              <a:t> </a:t>
            </a:r>
            <a:r>
              <a:rPr dirty="0" err="1"/>
              <a:t>근거를</a:t>
            </a:r>
            <a:r>
              <a:rPr dirty="0"/>
              <a:t> </a:t>
            </a:r>
            <a:r>
              <a:rPr dirty="0" err="1"/>
              <a:t>주는</a:t>
            </a:r>
            <a:r>
              <a:rPr dirty="0"/>
              <a:t> </a:t>
            </a:r>
            <a:r>
              <a:rPr dirty="0" err="1"/>
              <a:t>장면이다</a:t>
            </a:r>
            <a:r>
              <a:rPr dirty="0"/>
              <a:t>. </a:t>
            </a:r>
            <a:r>
              <a:rPr dirty="0" err="1"/>
              <a:t>날짜를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읽어</a:t>
            </a:r>
            <a:r>
              <a:rPr dirty="0"/>
              <a:t> </a:t>
            </a:r>
            <a:r>
              <a:rPr dirty="0" err="1"/>
              <a:t>주면서</a:t>
            </a:r>
            <a:r>
              <a:rPr dirty="0"/>
              <a:t>, 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 </a:t>
            </a:r>
            <a:r>
              <a:rPr dirty="0" err="1"/>
              <a:t>최신</a:t>
            </a:r>
            <a:r>
              <a:rPr dirty="0"/>
              <a:t> </a:t>
            </a: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자료를</a:t>
            </a:r>
            <a:r>
              <a:rPr dirty="0"/>
              <a:t> </a:t>
            </a:r>
            <a:r>
              <a:rPr dirty="0" err="1"/>
              <a:t>정리한</a:t>
            </a:r>
            <a:r>
              <a:rPr dirty="0"/>
              <a:t> </a:t>
            </a:r>
            <a:r>
              <a:rPr dirty="0" err="1"/>
              <a:t>것이라고</a:t>
            </a:r>
            <a:r>
              <a:rPr dirty="0"/>
              <a:t> </a:t>
            </a:r>
            <a:r>
              <a:rPr dirty="0" err="1"/>
              <a:t>설명하면</a:t>
            </a:r>
            <a:r>
              <a:rPr dirty="0"/>
              <a:t> </a:t>
            </a:r>
            <a:r>
              <a:rPr dirty="0" err="1"/>
              <a:t>신뢰감이</a:t>
            </a:r>
            <a:r>
              <a:rPr dirty="0"/>
              <a:t> </a:t>
            </a:r>
            <a:r>
              <a:rPr dirty="0" err="1"/>
              <a:t>높아진다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Stanford HAI, The 2025 AI Index Report. Opened April 17, 2026. Key stat: 78% of organizations reported using AI in 2024, up from 55% in 2023.</a:t>
            </a:r>
          </a:p>
          <a:p>
            <a:r>
              <a:rPr dirty="0"/>
              <a:t>- Microsoft AI Economy Institute, Global AI Adoption in 2025, January 8, 2026. Key stats: global generative AI usage 16.3% in H2 2025; South Korea 25.9% to 30.7% in H2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역사 슬라이드에서는 세부 연도 암기보다 흐름을 잡아주는 것이 중요하다. 질문의 시작, 분야의 탄생, 산업 적용, 딥러닝 전환점, 트랜스포머, 생성형 AI 확산의 여섯 단계로 설명하면 학생들이 큰 맥락을 이해하기 쉽다.</a:t>
            </a:r>
          </a:p>
          <a:p>
            <a:endParaRPr/>
          </a:p>
          <a:p>
            <a:r>
              <a:t>[Sources]</a:t>
            </a:r>
          </a:p>
          <a:p>
            <a:r>
              <a:t>- Widely cited AI history milestones used for classroom explanation: Turing 1950, Dartmouth workshop 1956, expert systems in the 1980s, deep learning breakthrough around 2012, transformer architecture in 2017, and generative AI expansion from 2022 onward.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슬라이드는 AI를 한 줄로 정의하는 장면이다. 학생들이 '로봇' 이미지에만 매이지 않도록, 입력-학습-출력이라는 구조로 단순화해 설명한다.</a:t>
            </a:r>
          </a:p>
          <a:p>
            <a:endParaRPr/>
          </a:p>
          <a:p>
            <a:r>
              <a:t>[Sources]</a:t>
            </a:r>
          </a:p>
          <a:p>
            <a:r>
              <a:t>- Stable, classroom-friendly conceptual explanations about AI fundamentals without time-sensitive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학생들이 시험공부와 비교하면 이해하기 쉽다. 문제를 풀고, 틀린 이유를 보고, 다시 고치며 실력이 오르는 과정과 비슷하다고 설명하면 된다.</a:t>
            </a:r>
          </a:p>
          <a:p>
            <a:endParaRPr/>
          </a:p>
          <a:p>
            <a:r>
              <a:t>[Sources]</a:t>
            </a:r>
          </a:p>
          <a:p>
            <a:r>
              <a:t>- Stable, classroom-friendly conceptual explanations about AI fundamentals without time-sensitive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가지를 모두 깊게 다루기보다 차이만 잡아주는 것이 목적이다. 정답을 보고 배우는가, 구조를 스스로 찾는가, 보상을 통해 배우는가로 구분해 설명한다.</a:t>
            </a:r>
          </a:p>
          <a:p>
            <a:endParaRPr/>
          </a:p>
          <a:p>
            <a:r>
              <a:t>[Sources]</a:t>
            </a:r>
          </a:p>
          <a:p>
            <a:r>
              <a:t>- Stable, classroom-friendly conceptual explanations about AI fundamentals without time-sensitive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학생들이 가장 관심을 가질 주제이므로 기대감을 살리되, '그럴듯함'과 '정확함'은 다르다는 점을 함께 강조한다. LLM은 다음에 올 가능성이 높은 표현을 이어가는 구조라고 설명하면 좋다.</a:t>
            </a:r>
          </a:p>
          <a:p>
            <a:endParaRPr/>
          </a:p>
          <a:p>
            <a:r>
              <a:t>[Sources]</a:t>
            </a:r>
          </a:p>
          <a:p>
            <a:r>
              <a:t>- Stable, classroom-friendly conceptual explanations about AI fundamentals without time-sensitive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슬라이드는 학생들이 이름만 들어본 서비스들을 기능 기준으로 정리해주는 역할을 한다. ChatGPT와 Gemini는 범용형, Claude는 분석형, Perplexity는 검색형, Copilot과 GitHub Copilot은 생산성·개발형으로 비교해주면 이해가 쉽다.</a:t>
            </a:r>
          </a:p>
          <a:p>
            <a:endParaRPr/>
          </a:p>
          <a:p>
            <a:r>
              <a:t>[Sources]</a:t>
            </a:r>
          </a:p>
          <a:p>
            <a:r>
              <a:t>- OpenAI, An update on our mental health-related work, February 27, 2026. Key stat: more than 900 million people use ChatGPT each week.</a:t>
            </a:r>
          </a:p>
          <a:p>
            <a:r>
              <a:t>- Alphabet Investor Relations, 2025 Q4 Earnings Call, February 4, 2026. Key stats: Gemini App 750M+ MAUs; 120,000+ enterprises use Gemini; 8M+ paid Gemini Enterprise seats.</a:t>
            </a:r>
          </a:p>
          <a:p>
            <a:r>
              <a:t>- Claude Help Center, What are some things I can use Claude for?, opened April 17, 2026.</a:t>
            </a:r>
          </a:p>
          <a:p>
            <a:r>
              <a:t>- Microsoft Copilot, What is an AI Assistant (Companion)?, October 23, 2025.</a:t>
            </a:r>
          </a:p>
          <a:p>
            <a:r>
              <a:t>- Perplexity Help Center, What is Perplexity?, opened April 17, 2026.</a:t>
            </a:r>
          </a:p>
          <a:p>
            <a:r>
              <a:t>- GitHub Copilot official page, opened April 17, 2026.</a:t>
            </a:r>
          </a:p>
          <a:p>
            <a:r>
              <a:t>- OpenAI, Introducing ChatGPT agent: bridging research and action, July 17,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학생들이 진로와 연결해서 볼 수 있도록 여러 분야를 함께 보여준다. 여기서 중요한 메시지는 'AI가 모든 걸 혼자 하는 것'이 아니라 '현실에서 보조자 역할을 한다'는 점이다.</a:t>
            </a:r>
          </a:p>
          <a:p>
            <a:endParaRPr/>
          </a:p>
          <a:p>
            <a:r>
              <a:t>[Sources]</a:t>
            </a:r>
          </a:p>
          <a:p>
            <a:r>
              <a:t>- Stable, classroom-friendly conceptual explanations about AI fundamentals without time-sensitive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장에서 학생들이 가장 현실적인 태도를 배워간다. 'AI는 유용하지만, 자동으로 믿어서는 안 된다'는 메시지를 분명하게 준다.</a:t>
            </a:r>
          </a:p>
          <a:p>
            <a:endParaRPr/>
          </a:p>
          <a:p>
            <a:r>
              <a:t>[Sources]</a:t>
            </a:r>
          </a:p>
          <a:p>
            <a:r>
              <a:t>- Stable, classroom-friendly conceptual explanations about AI fundamentals without time-sensitive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윤리는 기술을 막는 규칙이 아니라, 기술을 오래 건강하게 쓰기 위한 기준이라는 점을 강조한다. 학생들이 실제 사용자로서 가져야 할 태도와도 연결해준다.</a:t>
            </a:r>
          </a:p>
          <a:p>
            <a:endParaRPr/>
          </a:p>
          <a:p>
            <a:r>
              <a:t>[Sources]</a:t>
            </a:r>
          </a:p>
          <a:p>
            <a:r>
              <a:t>- Stable, classroom-friendly conceptual explanations about AI fundamentals without time-sensitive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 장은 불안을 주기보다 자신감을 주는 장면이다. 학생들이 당장 완벽한 전문가가 될 필요는 없고, 질문하고 검증하는 태도를 기르면 충분하다는 메시지로 마무리한다.</a:t>
            </a:r>
          </a:p>
          <a:p>
            <a:endParaRPr/>
          </a:p>
          <a:p>
            <a:r>
              <a:t>[Sources]</a:t>
            </a:r>
          </a:p>
          <a:p>
            <a:r>
              <a:t>- Stable, classroom-friendly conceptual explanations about AI fundamentals without time-sensitive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B0ED6E5-48E2-4CAB-A169-0B5FE54D3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ADE23DE-21DE-4E73-B985-96452E458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4CD244-911A-4DCD-B045-01CE44025C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0C188A8-F5E9-4BEC-B39B-AC1BC655BF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CB468EF-9DF0-4603-92A6-2B7C0E458C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8768D83-7EB9-4DF5-BA80-461775342DB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4CB468EF-9DF0-4603-92A6-2B7C0E458C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7EF8A7C-A1D1-41B9-8192-8320574E3C29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56CBAE-3CAA-49FB-9A7A-E2BCB99BE26D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8B5AFE-8009-4047-9213-B57FE4FE9D80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8AFD59-B393-4F69-8602-51D3D6C68846}"/>
              </a:ext>
            </a:extLst>
          </p:cNvPr>
          <p:cNvSpPr>
            <a:spLocks noGrp="1"/>
          </p:cNvSpPr>
          <p:nvPr/>
        </p:nvSpPr>
        <p:spPr>
          <a:xfrm>
            <a:off x="7239000" y="876300"/>
            <a:ext cx="4095750" cy="4095750"/>
          </a:xfrm>
          <a:prstGeom prst="ellipse">
            <a:avLst/>
          </a:prstGeom>
          <a:solidFill>
            <a:srgbClr val="D7F4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28650D-3461-4A54-AA91-3B15517361DF}"/>
              </a:ext>
            </a:extLst>
          </p:cNvPr>
          <p:cNvSpPr>
            <a:spLocks noGrp="1"/>
          </p:cNvSpPr>
          <p:nvPr/>
        </p:nvSpPr>
        <p:spPr>
          <a:xfrm>
            <a:off x="8496300" y="1600200"/>
            <a:ext cx="2095500" cy="2095500"/>
          </a:xfrm>
          <a:prstGeom prst="ellipse">
            <a:avLst/>
          </a:prstGeom>
          <a:solidFill>
            <a:srgbClr val="FFFFFF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F235A-6D0F-400A-A4E6-E0846D1E005F}"/>
              </a:ext>
            </a:extLst>
          </p:cNvPr>
          <p:cNvSpPr>
            <a:spLocks noGrp="1"/>
          </p:cNvSpPr>
          <p:nvPr/>
        </p:nvSpPr>
        <p:spPr>
          <a:xfrm>
            <a:off x="8458200" y="4610100"/>
            <a:ext cx="2571750" cy="1123950"/>
          </a:xfrm>
          <a:prstGeom prst="roundRect">
            <a:avLst>
              <a:gd name="adj" fmla="val 6780"/>
            </a:avLst>
          </a:prstGeom>
          <a:solidFill>
            <a:srgbClr val="FFF9F0">
              <a:alpha val="85098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7B403D-46FB-4804-AD68-591D79E3BEA9}"/>
              </a:ext>
            </a:extLst>
          </p:cNvPr>
          <p:cNvSpPr>
            <a:spLocks noGrp="1"/>
          </p:cNvSpPr>
          <p:nvPr/>
        </p:nvSpPr>
        <p:spPr>
          <a:xfrm>
            <a:off x="8610600" y="4991100"/>
            <a:ext cx="22479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A51914-7452-492A-83DF-3BD86382A01A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6153150" cy="5238750"/>
          </a:xfrm>
          <a:prstGeom prst="roundRect">
            <a:avLst>
              <a:gd name="adj" fmla="val 1455"/>
            </a:avLst>
          </a:prstGeom>
          <a:solidFill>
            <a:srgbClr val="FFFFFF">
              <a:alpha val="8470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AD8921-84E4-40BE-84F9-669E7EB74E37}"/>
              </a:ext>
            </a:extLst>
          </p:cNvPr>
          <p:cNvSpPr>
            <a:spLocks noGrp="1"/>
          </p:cNvSpPr>
          <p:nvPr/>
        </p:nvSpPr>
        <p:spPr>
          <a:xfrm>
            <a:off x="704850" y="895350"/>
            <a:ext cx="76200" cy="413385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9A7043-3AD6-4E96-BCAA-CA6BA32381A5}"/>
              </a:ext>
            </a:extLst>
          </p:cNvPr>
          <p:cNvSpPr>
            <a:spLocks noGrp="1"/>
          </p:cNvSpPr>
          <p:nvPr/>
        </p:nvSpPr>
        <p:spPr>
          <a:xfrm>
            <a:off x="952500" y="9144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AI BASIC THEORY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19EB49-3042-4E75-B14B-757B97C6ADF9}"/>
              </a:ext>
            </a:extLst>
          </p:cNvPr>
          <p:cNvSpPr>
            <a:spLocks noGrp="1"/>
          </p:cNvSpPr>
          <p:nvPr/>
        </p:nvSpPr>
        <p:spPr>
          <a:xfrm>
            <a:off x="933450" y="1295400"/>
            <a:ext cx="49530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162227"/>
                </a:solidFill>
              </a:defRPr>
            </a:pPr>
            <a:r>
              <a:rPr sz="3450" b="1" dirty="0">
                <a:solidFill>
                  <a:srgbClr val="162227"/>
                </a:solidFill>
              </a:rPr>
              <a:t>AI </a:t>
            </a:r>
            <a:r>
              <a:rPr lang="ko-KR" altLang="en-US" sz="3450" b="1" dirty="0">
                <a:solidFill>
                  <a:srgbClr val="162227"/>
                </a:solidFill>
              </a:rPr>
              <a:t>개요 및 역사</a:t>
            </a:r>
            <a:endParaRPr sz="3450" b="1" dirty="0">
              <a:solidFill>
                <a:srgbClr val="162227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9B1690-BD6B-4084-89F3-4B296382E954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495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34349"/>
                </a:solidFill>
              </a:defRPr>
            </a:pPr>
            <a:r>
              <a:rPr sz="1575" b="0">
                <a:solidFill>
                  <a:srgbClr val="334349"/>
                </a:solidFill>
              </a:rPr>
              <a:t>인공지능이 무엇이고, 어떻게 배우며, 어디에 쓰이고, 왜 올바르게 써야 하는지 빠르게 이해해보자.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95D2D8-7112-4E2E-B9AC-5BC2318AED1B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DBA7F"/>
                </a:solidFill>
              </a:defRPr>
            </a:pPr>
            <a:r>
              <a:rPr sz="1125" b="1">
                <a:solidFill>
                  <a:srgbClr val="2DBA7F"/>
                </a:solidFill>
              </a:rPr>
              <a:t>오늘의 질문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BED85B-8D90-4FAB-AB64-4C8C853AD8C9}"/>
              </a:ext>
            </a:extLst>
          </p:cNvPr>
          <p:cNvSpPr>
            <a:spLocks noGrp="1"/>
          </p:cNvSpPr>
          <p:nvPr/>
        </p:nvSpPr>
        <p:spPr>
          <a:xfrm>
            <a:off x="933450" y="4171950"/>
            <a:ext cx="23050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2DB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BE0C76-1E58-4A02-86B2-02369B653CE0}"/>
              </a:ext>
            </a:extLst>
          </p:cNvPr>
          <p:cNvSpPr>
            <a:spLocks noGrp="1"/>
          </p:cNvSpPr>
          <p:nvPr/>
        </p:nvSpPr>
        <p:spPr>
          <a:xfrm>
            <a:off x="1085850" y="42672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AI는 무엇인가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BE86FD8-51F4-41DA-8749-035D478A48FA}"/>
              </a:ext>
            </a:extLst>
          </p:cNvPr>
          <p:cNvSpPr>
            <a:spLocks noGrp="1"/>
          </p:cNvSpPr>
          <p:nvPr/>
        </p:nvSpPr>
        <p:spPr>
          <a:xfrm>
            <a:off x="3371850" y="4171950"/>
            <a:ext cx="2857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E2B7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02C01C-F18A-4AE0-9587-64EAC58115C7}"/>
              </a:ext>
            </a:extLst>
          </p:cNvPr>
          <p:cNvSpPr>
            <a:spLocks noGrp="1"/>
          </p:cNvSpPr>
          <p:nvPr/>
        </p:nvSpPr>
        <p:spPr>
          <a:xfrm>
            <a:off x="3524250" y="426720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AI는 어떻게 학습하는가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48E838-B60F-4F08-BE83-1E33B73C1ACE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27432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F08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4F25A9-FFE1-45D6-A390-784B6E6CDA87}"/>
              </a:ext>
            </a:extLst>
          </p:cNvPr>
          <p:cNvSpPr>
            <a:spLocks noGrp="1"/>
          </p:cNvSpPr>
          <p:nvPr/>
        </p:nvSpPr>
        <p:spPr>
          <a:xfrm>
            <a:off x="1085850" y="4781550"/>
            <a:ext cx="2438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생성형 AI는 무엇이 다른가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075890-7779-4C22-A728-66E5B3B2D6BA}"/>
              </a:ext>
            </a:extLst>
          </p:cNvPr>
          <p:cNvSpPr>
            <a:spLocks noGrp="1"/>
          </p:cNvSpPr>
          <p:nvPr/>
        </p:nvSpPr>
        <p:spPr>
          <a:xfrm>
            <a:off x="3790950" y="4686300"/>
            <a:ext cx="24384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DCEF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E73AC5-5D7F-4F8A-AC19-A0F415C5597C}"/>
              </a:ext>
            </a:extLst>
          </p:cNvPr>
          <p:cNvSpPr>
            <a:spLocks noGrp="1"/>
          </p:cNvSpPr>
          <p:nvPr/>
        </p:nvSpPr>
        <p:spPr>
          <a:xfrm>
            <a:off x="3943350" y="4781550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우리는 어떻게 준비해야 하는가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BCABC8-5A3A-4066-A958-27D0C3F714D9}"/>
              </a:ext>
            </a:extLst>
          </p:cNvPr>
          <p:cNvSpPr>
            <a:spLocks noGrp="1"/>
          </p:cNvSpPr>
          <p:nvPr/>
        </p:nvSpPr>
        <p:spPr>
          <a:xfrm>
            <a:off x="8705850" y="4810125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AI를 바라보는 태도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1CEE04-83E5-4979-A015-604A1CA9EAE0}"/>
              </a:ext>
            </a:extLst>
          </p:cNvPr>
          <p:cNvSpPr>
            <a:spLocks noGrp="1"/>
          </p:cNvSpPr>
          <p:nvPr/>
        </p:nvSpPr>
        <p:spPr>
          <a:xfrm>
            <a:off x="8782050" y="5162550"/>
            <a:ext cx="2076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62227"/>
                </a:solidFill>
              </a:defRPr>
            </a:pPr>
            <a:r>
              <a:rPr sz="1350" b="1" dirty="0" err="1">
                <a:solidFill>
                  <a:srgbClr val="162227"/>
                </a:solidFill>
              </a:rPr>
              <a:t>핵심은</a:t>
            </a:r>
            <a:r>
              <a:rPr sz="1350" b="1" dirty="0">
                <a:solidFill>
                  <a:srgbClr val="162227"/>
                </a:solidFill>
              </a:rPr>
              <a:t> </a:t>
            </a:r>
            <a:r>
              <a:rPr sz="1350" b="1" dirty="0" err="1">
                <a:solidFill>
                  <a:srgbClr val="162227"/>
                </a:solidFill>
              </a:rPr>
              <a:t>정답</a:t>
            </a:r>
            <a:r>
              <a:rPr sz="1350" b="1" dirty="0">
                <a:solidFill>
                  <a:srgbClr val="162227"/>
                </a:solidFill>
              </a:rPr>
              <a:t> </a:t>
            </a:r>
            <a:r>
              <a:rPr sz="1350" b="1" dirty="0" err="1">
                <a:solidFill>
                  <a:srgbClr val="162227"/>
                </a:solidFill>
              </a:rPr>
              <a:t>암기가</a:t>
            </a:r>
            <a:r>
              <a:rPr sz="1350" b="1" dirty="0">
                <a:solidFill>
                  <a:srgbClr val="162227"/>
                </a:solidFill>
              </a:rPr>
              <a:t> </a:t>
            </a:r>
            <a:r>
              <a:rPr sz="1350" b="1" dirty="0" err="1">
                <a:solidFill>
                  <a:srgbClr val="162227"/>
                </a:solidFill>
              </a:rPr>
              <a:t>아니라</a:t>
            </a:r>
            <a:endParaRPr sz="1350" b="1" dirty="0">
              <a:solidFill>
                <a:srgbClr val="162227"/>
              </a:solidFill>
            </a:endParaRPr>
          </a:p>
          <a:p>
            <a:pPr algn="ctr">
              <a:defRPr sz="1350" b="1">
                <a:solidFill>
                  <a:srgbClr val="162227"/>
                </a:solidFill>
              </a:defRPr>
            </a:pPr>
            <a:r>
              <a:rPr sz="1350" b="1" dirty="0" err="1">
                <a:solidFill>
                  <a:srgbClr val="162227"/>
                </a:solidFill>
              </a:rPr>
              <a:t>좋은</a:t>
            </a:r>
            <a:r>
              <a:rPr sz="1350" b="1" dirty="0">
                <a:solidFill>
                  <a:srgbClr val="162227"/>
                </a:solidFill>
              </a:rPr>
              <a:t> </a:t>
            </a:r>
            <a:r>
              <a:rPr sz="1350" b="1" dirty="0" err="1">
                <a:solidFill>
                  <a:srgbClr val="162227"/>
                </a:solidFill>
              </a:rPr>
              <a:t>질문과</a:t>
            </a:r>
            <a:r>
              <a:rPr sz="1350" b="1" dirty="0">
                <a:solidFill>
                  <a:srgbClr val="162227"/>
                </a:solidFill>
              </a:rPr>
              <a:t> </a:t>
            </a:r>
            <a:r>
              <a:rPr sz="1350" b="1" dirty="0" err="1">
                <a:solidFill>
                  <a:srgbClr val="162227"/>
                </a:solidFill>
              </a:rPr>
              <a:t>판단력이다</a:t>
            </a:r>
            <a:r>
              <a:rPr sz="1350" b="1" dirty="0">
                <a:solidFill>
                  <a:srgbClr val="16222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8213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70D3739-2F53-4765-A3EF-E4323F3C9F76}"/>
              </a:ext>
            </a:extLst>
          </p:cNvPr>
          <p:cNvSpPr>
            <a:spLocks noGrp="1"/>
          </p:cNvSpPr>
          <p:nvPr/>
        </p:nvSpPr>
        <p:spPr>
          <a:xfrm>
            <a:off x="6400800" y="3657600"/>
            <a:ext cx="50673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88627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55EF2C-87C1-414C-80B0-4D9C250636B3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88AE3F-8468-46B5-9CF9-BC99B37573BB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99E8DE-BEDA-404D-8215-A63CA0239569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EF08AA-5452-4247-995E-A49C1A7E7C5D}"/>
              </a:ext>
            </a:extLst>
          </p:cNvPr>
          <p:cNvSpPr>
            <a:spLocks noGrp="1"/>
          </p:cNvSpPr>
          <p:nvPr/>
        </p:nvSpPr>
        <p:spPr>
          <a:xfrm>
            <a:off x="9639300" y="2857500"/>
            <a:ext cx="933450" cy="38100"/>
          </a:xfrm>
          <a:prstGeom prst="rect">
            <a:avLst/>
          </a:prstGeom>
          <a:solidFill>
            <a:srgbClr val="3343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7E3DA5-FFF8-4C01-89AF-11456B160A3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AGENDA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25384B-6AE1-452D-923E-17BA229D96F2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02 / 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CD7EB6-A081-47B4-B101-66BB54EE5AEA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1A1A70-67D5-4393-8281-FA51079A316D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A285A5-1AF7-4B9D-AA67-F37A6144F705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239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lang="ko-KR" altLang="en-US" sz="2850" b="1" dirty="0">
                <a:solidFill>
                  <a:srgbClr val="162227"/>
                </a:solidFill>
              </a:rPr>
              <a:t>발표 자료 </a:t>
            </a:r>
            <a:r>
              <a:rPr sz="2850" b="1" dirty="0" err="1">
                <a:solidFill>
                  <a:srgbClr val="162227"/>
                </a:solidFill>
              </a:rPr>
              <a:t>목차</a:t>
            </a:r>
            <a:endParaRPr sz="2850" b="1" dirty="0">
              <a:solidFill>
                <a:srgbClr val="162227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B13C9A-8C4A-4213-8B4A-0BE305192EB3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50673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88627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610366A-C2CF-4AB2-A21E-E30EDCF8A6E9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476250" cy="476250"/>
          </a:xfrm>
          <a:prstGeom prst="ellipse">
            <a:avLst/>
          </a:prstGeom>
          <a:solidFill>
            <a:srgbClr val="2DBA7F"/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1FBABD-1CCE-4B05-BAC4-A98E5964AC4A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476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2227"/>
                </a:solidFill>
              </a:defRPr>
            </a:pPr>
            <a:r>
              <a:rPr sz="1275" b="1">
                <a:solidFill>
                  <a:srgbClr val="162227"/>
                </a:solidFill>
              </a:rPr>
              <a:t>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52E60-18DC-4364-9577-1AA843335CE3}"/>
              </a:ext>
            </a:extLst>
          </p:cNvPr>
          <p:cNvSpPr>
            <a:spLocks noGrp="1"/>
          </p:cNvSpPr>
          <p:nvPr/>
        </p:nvSpPr>
        <p:spPr>
          <a:xfrm>
            <a:off x="1524000" y="249555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2227"/>
                </a:solidFill>
              </a:defRPr>
            </a:pPr>
            <a:r>
              <a:rPr sz="1500" b="1">
                <a:solidFill>
                  <a:srgbClr val="162227"/>
                </a:solidFill>
              </a:rPr>
              <a:t>왜 지금 AI를 알아야 할까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533171-E3A4-4019-BD87-6F36A6F143A2}"/>
              </a:ext>
            </a:extLst>
          </p:cNvPr>
          <p:cNvSpPr>
            <a:spLocks noGrp="1"/>
          </p:cNvSpPr>
          <p:nvPr/>
        </p:nvSpPr>
        <p:spPr>
          <a:xfrm>
            <a:off x="933450" y="2933700"/>
            <a:ext cx="464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>
                <a:solidFill>
                  <a:srgbClr val="334349"/>
                </a:solidFill>
              </a:rPr>
              <a:t>AI가 이미 우리의 일상과 학습 환경에 어떻게 들어와 있는지</a:t>
            </a:r>
          </a:p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>
                <a:solidFill>
                  <a:srgbClr val="334349"/>
                </a:solidFill>
              </a:rPr>
              <a:t>본다.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21F7C7-F970-4BAA-80FC-299416ADAF95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50673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88627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ED9187-E7E0-4CED-B05E-44B30DF4128D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476250" cy="476250"/>
          </a:xfrm>
          <a:prstGeom prst="ellipse">
            <a:avLst/>
          </a:prstGeom>
          <a:solidFill>
            <a:srgbClr val="E2B75D"/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6F667F-1BBF-403B-B9A3-38E5B480735E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476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2227"/>
                </a:solidFill>
              </a:defRPr>
            </a:pPr>
            <a:r>
              <a:rPr sz="1275" b="1">
                <a:solidFill>
                  <a:srgbClr val="162227"/>
                </a:solidFill>
              </a:rPr>
              <a:t>02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DA0547-9DE0-46E1-899A-AC4A9E1869AD}"/>
              </a:ext>
            </a:extLst>
          </p:cNvPr>
          <p:cNvSpPr>
            <a:spLocks noGrp="1"/>
          </p:cNvSpPr>
          <p:nvPr/>
        </p:nvSpPr>
        <p:spPr>
          <a:xfrm>
            <a:off x="1524000" y="386715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2227"/>
                </a:solidFill>
              </a:defRPr>
            </a:pPr>
            <a:r>
              <a:rPr sz="1500" b="1">
                <a:solidFill>
                  <a:srgbClr val="162227"/>
                </a:solidFill>
              </a:rPr>
              <a:t>현재 AI 사용 현황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5BDCD7-500D-4D08-8DA5-6E791D8DD5E2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464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>
                <a:solidFill>
                  <a:srgbClr val="334349"/>
                </a:solidFill>
              </a:rPr>
              <a:t>최신 공개 자료를 통해 AI가 얼마나 빠르게 확산되는지</a:t>
            </a:r>
          </a:p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>
                <a:solidFill>
                  <a:srgbClr val="334349"/>
                </a:solidFill>
              </a:rPr>
              <a:t>확인한다.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2C5DFF5-1351-413D-A660-54D001DBC54D}"/>
              </a:ext>
            </a:extLst>
          </p:cNvPr>
          <p:cNvSpPr>
            <a:spLocks noGrp="1"/>
          </p:cNvSpPr>
          <p:nvPr/>
        </p:nvSpPr>
        <p:spPr>
          <a:xfrm>
            <a:off x="723900" y="5029200"/>
            <a:ext cx="50673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88627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DBD13E0-8391-4B32-B812-0935903DFA24}"/>
              </a:ext>
            </a:extLst>
          </p:cNvPr>
          <p:cNvSpPr>
            <a:spLocks noGrp="1"/>
          </p:cNvSpPr>
          <p:nvPr/>
        </p:nvSpPr>
        <p:spPr>
          <a:xfrm>
            <a:off x="895350" y="5200650"/>
            <a:ext cx="476250" cy="476250"/>
          </a:xfrm>
          <a:prstGeom prst="ellipse">
            <a:avLst/>
          </a:prstGeom>
          <a:solidFill>
            <a:srgbClr val="F08A6B"/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AD76C2-EBB2-4A51-9D97-424AB0E3D034}"/>
              </a:ext>
            </a:extLst>
          </p:cNvPr>
          <p:cNvSpPr>
            <a:spLocks noGrp="1"/>
          </p:cNvSpPr>
          <p:nvPr/>
        </p:nvSpPr>
        <p:spPr>
          <a:xfrm>
            <a:off x="895350" y="5200650"/>
            <a:ext cx="476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2227"/>
                </a:solidFill>
              </a:defRPr>
            </a:pPr>
            <a:r>
              <a:rPr sz="1275" b="1">
                <a:solidFill>
                  <a:srgbClr val="162227"/>
                </a:solidFill>
              </a:rPr>
              <a:t>03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62B00B-B0B3-4324-AC6B-7AEB21A0C3C3}"/>
              </a:ext>
            </a:extLst>
          </p:cNvPr>
          <p:cNvSpPr>
            <a:spLocks noGrp="1"/>
          </p:cNvSpPr>
          <p:nvPr/>
        </p:nvSpPr>
        <p:spPr>
          <a:xfrm>
            <a:off x="1524000" y="523875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2227"/>
                </a:solidFill>
              </a:defRPr>
            </a:pPr>
            <a:r>
              <a:rPr sz="1500" b="1">
                <a:solidFill>
                  <a:srgbClr val="162227"/>
                </a:solidFill>
              </a:rPr>
              <a:t>AI의 역사와 기본 원리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9BA917-32C1-4CF4-931B-A526BEAE845C}"/>
              </a:ext>
            </a:extLst>
          </p:cNvPr>
          <p:cNvSpPr>
            <a:spLocks noGrp="1"/>
          </p:cNvSpPr>
          <p:nvPr/>
        </p:nvSpPr>
        <p:spPr>
          <a:xfrm>
            <a:off x="933450" y="5676900"/>
            <a:ext cx="464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>
                <a:solidFill>
                  <a:srgbClr val="334349"/>
                </a:solidFill>
              </a:rPr>
              <a:t>AI가 어떻게 발전해 왔고, 어떤 원리로 작동하는지 핵심만</a:t>
            </a:r>
          </a:p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>
                <a:solidFill>
                  <a:srgbClr val="334349"/>
                </a:solidFill>
              </a:rPr>
              <a:t>잡아본다.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15BC8B7-B162-4C4F-9C61-7F6D1EF4158F}"/>
              </a:ext>
            </a:extLst>
          </p:cNvPr>
          <p:cNvSpPr>
            <a:spLocks noGrp="1"/>
          </p:cNvSpPr>
          <p:nvPr/>
        </p:nvSpPr>
        <p:spPr>
          <a:xfrm>
            <a:off x="6400800" y="2286000"/>
            <a:ext cx="50673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88627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7CB3486-8CD6-4E8D-B6A2-3F1112580E7F}"/>
              </a:ext>
            </a:extLst>
          </p:cNvPr>
          <p:cNvSpPr>
            <a:spLocks noGrp="1"/>
          </p:cNvSpPr>
          <p:nvPr/>
        </p:nvSpPr>
        <p:spPr>
          <a:xfrm>
            <a:off x="6572250" y="2457450"/>
            <a:ext cx="476250" cy="476250"/>
          </a:xfrm>
          <a:prstGeom prst="ellipse">
            <a:avLst/>
          </a:prstGeom>
          <a:solidFill>
            <a:srgbClr val="DCEFFE"/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DDD0CFB-93DC-4FA4-A2CF-9A522789D28A}"/>
              </a:ext>
            </a:extLst>
          </p:cNvPr>
          <p:cNvSpPr>
            <a:spLocks noGrp="1"/>
          </p:cNvSpPr>
          <p:nvPr/>
        </p:nvSpPr>
        <p:spPr>
          <a:xfrm>
            <a:off x="6572250" y="2457450"/>
            <a:ext cx="476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2227"/>
                </a:solidFill>
              </a:defRPr>
            </a:pPr>
            <a:r>
              <a:rPr sz="1275" b="1">
                <a:solidFill>
                  <a:srgbClr val="162227"/>
                </a:solidFill>
              </a:rPr>
              <a:t>04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75B109-C64A-490E-AD8C-B4E4880EABE2}"/>
              </a:ext>
            </a:extLst>
          </p:cNvPr>
          <p:cNvSpPr>
            <a:spLocks noGrp="1"/>
          </p:cNvSpPr>
          <p:nvPr/>
        </p:nvSpPr>
        <p:spPr>
          <a:xfrm>
            <a:off x="7200900" y="249555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2227"/>
                </a:solidFill>
              </a:defRPr>
            </a:pPr>
            <a:r>
              <a:rPr sz="1500" b="1">
                <a:solidFill>
                  <a:srgbClr val="162227"/>
                </a:solidFill>
              </a:rPr>
              <a:t>생성형 AI와 대표 서비스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B600C3-3BB1-44CA-BEEF-41EE67DB1BB8}"/>
              </a:ext>
            </a:extLst>
          </p:cNvPr>
          <p:cNvSpPr>
            <a:spLocks noGrp="1"/>
          </p:cNvSpPr>
          <p:nvPr/>
        </p:nvSpPr>
        <p:spPr>
          <a:xfrm>
            <a:off x="6610350" y="2933700"/>
            <a:ext cx="464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>
                <a:solidFill>
                  <a:srgbClr val="334349"/>
                </a:solidFill>
              </a:rPr>
              <a:t>LLM이 어떻게 작동하는지 보고, 주요 서비스를 용도</a:t>
            </a:r>
          </a:p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>
                <a:solidFill>
                  <a:srgbClr val="334349"/>
                </a:solidFill>
              </a:rPr>
              <a:t>중심으로 비교한다.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2E9D0B-60AF-4081-BD25-0583F025F5AE}"/>
              </a:ext>
            </a:extLst>
          </p:cNvPr>
          <p:cNvSpPr>
            <a:spLocks noGrp="1"/>
          </p:cNvSpPr>
          <p:nvPr/>
        </p:nvSpPr>
        <p:spPr>
          <a:xfrm>
            <a:off x="6572250" y="3829050"/>
            <a:ext cx="476250" cy="476250"/>
          </a:xfrm>
          <a:prstGeom prst="ellipse">
            <a:avLst/>
          </a:prstGeom>
          <a:solidFill>
            <a:srgbClr val="2DBA7F"/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292339-1884-494B-9E01-785A79DC6EA0}"/>
              </a:ext>
            </a:extLst>
          </p:cNvPr>
          <p:cNvSpPr>
            <a:spLocks noGrp="1"/>
          </p:cNvSpPr>
          <p:nvPr/>
        </p:nvSpPr>
        <p:spPr>
          <a:xfrm>
            <a:off x="6572250" y="3829050"/>
            <a:ext cx="476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2227"/>
                </a:solidFill>
              </a:defRPr>
            </a:pPr>
            <a:r>
              <a:rPr sz="1275" b="1">
                <a:solidFill>
                  <a:srgbClr val="162227"/>
                </a:solidFill>
              </a:rPr>
              <a:t>05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F689EE-FC9A-4FD5-B574-8B5D525857AE}"/>
              </a:ext>
            </a:extLst>
          </p:cNvPr>
          <p:cNvSpPr>
            <a:spLocks noGrp="1"/>
          </p:cNvSpPr>
          <p:nvPr/>
        </p:nvSpPr>
        <p:spPr>
          <a:xfrm>
            <a:off x="7200900" y="386715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2227"/>
                </a:solidFill>
              </a:defRPr>
            </a:pPr>
            <a:r>
              <a:rPr sz="1500" b="1">
                <a:solidFill>
                  <a:srgbClr val="162227"/>
                </a:solidFill>
              </a:rPr>
              <a:t>일상 활용과 한계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98026E-54F8-4D54-B52B-C92A2BC979C3}"/>
              </a:ext>
            </a:extLst>
          </p:cNvPr>
          <p:cNvSpPr>
            <a:spLocks noGrp="1"/>
          </p:cNvSpPr>
          <p:nvPr/>
        </p:nvSpPr>
        <p:spPr>
          <a:xfrm>
            <a:off x="6610350" y="4305300"/>
            <a:ext cx="464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 dirty="0" err="1">
                <a:solidFill>
                  <a:srgbClr val="334349"/>
                </a:solidFill>
              </a:rPr>
              <a:t>AI가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실제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어디에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쓰이는지</a:t>
            </a:r>
            <a:r>
              <a:rPr sz="1050" b="0" dirty="0">
                <a:solidFill>
                  <a:srgbClr val="334349"/>
                </a:solidFill>
              </a:rPr>
              <a:t>, </a:t>
            </a:r>
            <a:r>
              <a:rPr sz="1050" b="0" dirty="0" err="1">
                <a:solidFill>
                  <a:srgbClr val="334349"/>
                </a:solidFill>
              </a:rPr>
              <a:t>그리고</a:t>
            </a:r>
            <a:r>
              <a:rPr sz="1050" b="0" dirty="0">
                <a:solidFill>
                  <a:srgbClr val="334349"/>
                </a:solidFill>
              </a:rPr>
              <a:t> 왜 </a:t>
            </a:r>
            <a:r>
              <a:rPr sz="1050" b="0" dirty="0" err="1">
                <a:solidFill>
                  <a:srgbClr val="334349"/>
                </a:solidFill>
              </a:rPr>
              <a:t>검증이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필요한지함께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본다</a:t>
            </a:r>
            <a:r>
              <a:rPr sz="1050" b="0" dirty="0">
                <a:solidFill>
                  <a:srgbClr val="334349"/>
                </a:solidFill>
              </a:rPr>
              <a:t>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619D42F-205C-44B6-84E9-8CC62E5553C8}"/>
              </a:ext>
            </a:extLst>
          </p:cNvPr>
          <p:cNvSpPr>
            <a:spLocks noGrp="1"/>
          </p:cNvSpPr>
          <p:nvPr/>
        </p:nvSpPr>
        <p:spPr>
          <a:xfrm>
            <a:off x="6400800" y="5029200"/>
            <a:ext cx="5067300" cy="1238250"/>
          </a:xfrm>
          <a:prstGeom prst="roundRect">
            <a:avLst>
              <a:gd name="adj" fmla="val 6154"/>
            </a:avLst>
          </a:prstGeom>
          <a:solidFill>
            <a:srgbClr val="FFFFFF">
              <a:alpha val="88627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26DED39-5D12-46F5-994F-AC51FA5FF3A7}"/>
              </a:ext>
            </a:extLst>
          </p:cNvPr>
          <p:cNvSpPr>
            <a:spLocks noGrp="1"/>
          </p:cNvSpPr>
          <p:nvPr/>
        </p:nvSpPr>
        <p:spPr>
          <a:xfrm>
            <a:off x="6572250" y="5200650"/>
            <a:ext cx="476250" cy="476250"/>
          </a:xfrm>
          <a:prstGeom prst="ellipse">
            <a:avLst/>
          </a:prstGeom>
          <a:solidFill>
            <a:srgbClr val="F08A6B"/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1CE1EC-EF71-4FA5-AF92-3CD604837E3A}"/>
              </a:ext>
            </a:extLst>
          </p:cNvPr>
          <p:cNvSpPr>
            <a:spLocks noGrp="1"/>
          </p:cNvSpPr>
          <p:nvPr/>
        </p:nvSpPr>
        <p:spPr>
          <a:xfrm>
            <a:off x="6572250" y="5200650"/>
            <a:ext cx="476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62227"/>
                </a:solidFill>
              </a:defRPr>
            </a:pPr>
            <a:r>
              <a:rPr sz="1275" b="1">
                <a:solidFill>
                  <a:srgbClr val="162227"/>
                </a:solidFill>
              </a:rPr>
              <a:t>06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41DF8D0-33B1-41D3-AC03-9F313CE021A3}"/>
              </a:ext>
            </a:extLst>
          </p:cNvPr>
          <p:cNvSpPr>
            <a:spLocks noGrp="1"/>
          </p:cNvSpPr>
          <p:nvPr/>
        </p:nvSpPr>
        <p:spPr>
          <a:xfrm>
            <a:off x="7200900" y="523875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2227"/>
                </a:solidFill>
              </a:defRPr>
            </a:pPr>
            <a:r>
              <a:rPr sz="1500" b="1">
                <a:solidFill>
                  <a:srgbClr val="162227"/>
                </a:solidFill>
              </a:rPr>
              <a:t>윤리와 우리가 준비할 것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FFFA320-52BB-4A7F-8C8D-44AE83FFA25B}"/>
              </a:ext>
            </a:extLst>
          </p:cNvPr>
          <p:cNvSpPr>
            <a:spLocks noGrp="1"/>
          </p:cNvSpPr>
          <p:nvPr/>
        </p:nvSpPr>
        <p:spPr>
          <a:xfrm>
            <a:off x="6610350" y="5676900"/>
            <a:ext cx="46482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 dirty="0" err="1">
                <a:solidFill>
                  <a:srgbClr val="334349"/>
                </a:solidFill>
              </a:rPr>
              <a:t>기술을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올바르게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쓰기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위한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기준과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앞으로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필요한</a:t>
            </a:r>
            <a:r>
              <a:rPr sz="1050" b="0" dirty="0">
                <a:solidFill>
                  <a:srgbClr val="334349"/>
                </a:solidFill>
              </a:rPr>
              <a:t> </a:t>
            </a:r>
            <a:r>
              <a:rPr sz="1050" b="0" dirty="0" err="1">
                <a:solidFill>
                  <a:srgbClr val="334349"/>
                </a:solidFill>
              </a:rPr>
              <a:t>태도를</a:t>
            </a:r>
            <a:endParaRPr sz="1050" b="0" dirty="0">
              <a:solidFill>
                <a:srgbClr val="334349"/>
              </a:solidFill>
            </a:endParaRPr>
          </a:p>
          <a:p>
            <a:pPr algn="l">
              <a:defRPr sz="1050" b="0">
                <a:solidFill>
                  <a:srgbClr val="334349"/>
                </a:solidFill>
              </a:defRPr>
            </a:pPr>
            <a:r>
              <a:rPr sz="1050" b="0" dirty="0" err="1">
                <a:solidFill>
                  <a:srgbClr val="334349"/>
                </a:solidFill>
              </a:rPr>
              <a:t>정리한다</a:t>
            </a:r>
            <a:r>
              <a:rPr sz="1050" b="0" dirty="0">
                <a:solidFill>
                  <a:srgbClr val="33434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504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F81DCCF-B07D-4A07-84CE-681B43188D27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55B0C0-BE6D-4B1F-BD98-520DE947ED1C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25CD27-37CC-488E-9AB1-0AEB4813CBF6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9006CE-F2F3-4F7D-90D9-04BA711518C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WHY NOW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62A3B4-0E0B-4832-A5AC-83018C15E288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03 / 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0F4189-0692-48F7-B54C-D3D34FE89239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9F7866-128B-472F-AEDE-21C24DD7C0FF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ED126F-0C6D-48B6-AC54-C53660567D9F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5905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왜 지금 AI를 알아야 할까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8FA0C1-5674-48F6-BE40-94AC97F6155A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5905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AI는 이미 학생들의 일상과 학습 환경 속에 들어와 있다.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77E87D0-3A90-49BE-8E84-50D61FA391A1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4362450" cy="1885950"/>
          </a:xfrm>
          <a:prstGeom prst="roundRect">
            <a:avLst>
              <a:gd name="adj" fmla="val 4040"/>
            </a:avLst>
          </a:prstGeom>
          <a:solidFill>
            <a:srgbClr val="FFFFFF">
              <a:alpha val="8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EBD31B-52EF-4299-B547-9B0A53D1E608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38481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34349"/>
                </a:solidFill>
              </a:defRPr>
            </a:pPr>
            <a:r>
              <a:rPr sz="1500" b="0">
                <a:solidFill>
                  <a:srgbClr val="334349"/>
                </a:solidFill>
              </a:rPr>
              <a:t>추천 피드, 검색, 번역, 지도, 음성 비서,</a:t>
            </a:r>
          </a:p>
          <a:p>
            <a:pPr algn="l">
              <a:defRPr sz="1500" b="0">
                <a:solidFill>
                  <a:srgbClr val="334349"/>
                </a:solidFill>
              </a:defRPr>
            </a:pPr>
            <a:r>
              <a:rPr sz="1500" b="0">
                <a:solidFill>
                  <a:srgbClr val="334349"/>
                </a:solidFill>
              </a:rPr>
              <a:t>공부 보조 도구까지. AI를 이해하면 기술을</a:t>
            </a:r>
          </a:p>
          <a:p>
            <a:pPr algn="l">
              <a:defRPr sz="1500" b="0">
                <a:solidFill>
                  <a:srgbClr val="334349"/>
                </a:solidFill>
              </a:defRPr>
            </a:pPr>
            <a:r>
              <a:rPr sz="1500" b="0">
                <a:solidFill>
                  <a:srgbClr val="334349"/>
                </a:solidFill>
              </a:rPr>
              <a:t>그냥 쓰는 데서 끝나지 않고, 스스로 질문하고</a:t>
            </a:r>
          </a:p>
          <a:p>
            <a:pPr algn="l">
              <a:defRPr sz="1500" b="0">
                <a:solidFill>
                  <a:srgbClr val="334349"/>
                </a:solidFill>
              </a:defRPr>
            </a:pPr>
            <a:r>
              <a:rPr sz="1500" b="0">
                <a:solidFill>
                  <a:srgbClr val="334349"/>
                </a:solidFill>
              </a:rPr>
              <a:t>판단할 수 있게 된다.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A896710-7E2D-43E1-B28B-8F73CE8B330B}"/>
              </a:ext>
            </a:extLst>
          </p:cNvPr>
          <p:cNvSpPr>
            <a:spLocks noGrp="1"/>
          </p:cNvSpPr>
          <p:nvPr/>
        </p:nvSpPr>
        <p:spPr>
          <a:xfrm>
            <a:off x="7410450" y="2171700"/>
            <a:ext cx="2381250" cy="2381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911250-C969-483F-8D63-BE0224D1C565}"/>
              </a:ext>
            </a:extLst>
          </p:cNvPr>
          <p:cNvSpPr>
            <a:spLocks noGrp="1"/>
          </p:cNvSpPr>
          <p:nvPr/>
        </p:nvSpPr>
        <p:spPr>
          <a:xfrm>
            <a:off x="7734300" y="2800350"/>
            <a:ext cx="17335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75" b="1">
                <a:solidFill>
                  <a:srgbClr val="162227"/>
                </a:solidFill>
              </a:defRPr>
            </a:pPr>
            <a:r>
              <a:rPr sz="2175" b="1">
                <a:solidFill>
                  <a:srgbClr val="162227"/>
                </a:solidFill>
              </a:rPr>
              <a:t>이미</a:t>
            </a:r>
          </a:p>
          <a:p>
            <a:pPr algn="ctr">
              <a:defRPr sz="2175" b="1">
                <a:solidFill>
                  <a:srgbClr val="162227"/>
                </a:solidFill>
              </a:defRPr>
            </a:pPr>
            <a:r>
              <a:rPr sz="2175" b="1">
                <a:solidFill>
                  <a:srgbClr val="162227"/>
                </a:solidFill>
              </a:rPr>
              <a:t>우리 곁에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4CFD04-8BFE-4DF2-B8A3-5A41028B3D01}"/>
              </a:ext>
            </a:extLst>
          </p:cNvPr>
          <p:cNvSpPr>
            <a:spLocks noGrp="1"/>
          </p:cNvSpPr>
          <p:nvPr/>
        </p:nvSpPr>
        <p:spPr>
          <a:xfrm>
            <a:off x="6115050" y="1962150"/>
            <a:ext cx="12573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2DB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3D60B4-0B62-4F54-9FAC-D2D3BB6CDA56}"/>
              </a:ext>
            </a:extLst>
          </p:cNvPr>
          <p:cNvSpPr>
            <a:spLocks noGrp="1"/>
          </p:cNvSpPr>
          <p:nvPr/>
        </p:nvSpPr>
        <p:spPr>
          <a:xfrm>
            <a:off x="6267450" y="205740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추천 피드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AC1919-8143-4038-A478-3AF41128930B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20015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F08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4B9B36-2910-4AED-89FD-744CD9BF95EA}"/>
              </a:ext>
            </a:extLst>
          </p:cNvPr>
          <p:cNvSpPr>
            <a:spLocks noGrp="1"/>
          </p:cNvSpPr>
          <p:nvPr/>
        </p:nvSpPr>
        <p:spPr>
          <a:xfrm>
            <a:off x="9963150" y="2133600"/>
            <a:ext cx="895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검색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346F02-7863-4449-A854-C8CD36CB8895}"/>
              </a:ext>
            </a:extLst>
          </p:cNvPr>
          <p:cNvSpPr>
            <a:spLocks noGrp="1"/>
          </p:cNvSpPr>
          <p:nvPr/>
        </p:nvSpPr>
        <p:spPr>
          <a:xfrm>
            <a:off x="5638800" y="2971800"/>
            <a:ext cx="12573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E2B7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7A714A-3468-4ABB-93BC-CF343B0DA71A}"/>
              </a:ext>
            </a:extLst>
          </p:cNvPr>
          <p:cNvSpPr>
            <a:spLocks noGrp="1"/>
          </p:cNvSpPr>
          <p:nvPr/>
        </p:nvSpPr>
        <p:spPr>
          <a:xfrm>
            <a:off x="5791200" y="30670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번역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972D2A6-ABE0-4261-B05B-AA7B6E43B6B2}"/>
              </a:ext>
            </a:extLst>
          </p:cNvPr>
          <p:cNvSpPr>
            <a:spLocks noGrp="1"/>
          </p:cNvSpPr>
          <p:nvPr/>
        </p:nvSpPr>
        <p:spPr>
          <a:xfrm>
            <a:off x="10191750" y="3028950"/>
            <a:ext cx="100965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2DB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73F6A5-1787-4FC0-B329-733F63E16433}"/>
              </a:ext>
            </a:extLst>
          </p:cNvPr>
          <p:cNvSpPr>
            <a:spLocks noGrp="1"/>
          </p:cNvSpPr>
          <p:nvPr/>
        </p:nvSpPr>
        <p:spPr>
          <a:xfrm>
            <a:off x="10344150" y="31242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지도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8BE0E4-7963-4BE8-8312-1236BDF8E707}"/>
              </a:ext>
            </a:extLst>
          </p:cNvPr>
          <p:cNvSpPr>
            <a:spLocks noGrp="1"/>
          </p:cNvSpPr>
          <p:nvPr/>
        </p:nvSpPr>
        <p:spPr>
          <a:xfrm>
            <a:off x="6438900" y="4305300"/>
            <a:ext cx="139065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DCEF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D776DC-8893-42F0-BC6C-E8D29F2AE064}"/>
              </a:ext>
            </a:extLst>
          </p:cNvPr>
          <p:cNvSpPr>
            <a:spLocks noGrp="1"/>
          </p:cNvSpPr>
          <p:nvPr/>
        </p:nvSpPr>
        <p:spPr>
          <a:xfrm>
            <a:off x="6591300" y="4400550"/>
            <a:ext cx="1085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음성 인식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17D0913-F92B-4AD5-9215-59A508A031FA}"/>
              </a:ext>
            </a:extLst>
          </p:cNvPr>
          <p:cNvSpPr>
            <a:spLocks noGrp="1"/>
          </p:cNvSpPr>
          <p:nvPr/>
        </p:nvSpPr>
        <p:spPr>
          <a:xfrm>
            <a:off x="9182100" y="4305300"/>
            <a:ext cx="1676400" cy="381000"/>
          </a:xfrm>
          <a:prstGeom prst="roundRect">
            <a:avLst>
              <a:gd name="adj" fmla="val 20000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F08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218657-E056-4CBC-BCDC-2BC128278271}"/>
              </a:ext>
            </a:extLst>
          </p:cNvPr>
          <p:cNvSpPr>
            <a:spLocks noGrp="1"/>
          </p:cNvSpPr>
          <p:nvPr/>
        </p:nvSpPr>
        <p:spPr>
          <a:xfrm>
            <a:off x="9334500" y="4400550"/>
            <a:ext cx="1371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학습 도구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FF6AB21-351E-4900-95B4-0E283D90673C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704850"/>
          </a:xfrm>
          <a:prstGeom prst="roundRect">
            <a:avLst>
              <a:gd name="adj" fmla="val 10811"/>
            </a:avLst>
          </a:prstGeom>
          <a:solidFill>
            <a:srgbClr val="FFFDF8">
              <a:alpha val="89804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1BCB62-8EAE-44A9-98D5-D603832D21E2}"/>
              </a:ext>
            </a:extLst>
          </p:cNvPr>
          <p:cNvSpPr>
            <a:spLocks noGrp="1"/>
          </p:cNvSpPr>
          <p:nvPr/>
        </p:nvSpPr>
        <p:spPr>
          <a:xfrm>
            <a:off x="876300" y="5819775"/>
            <a:ext cx="1042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62227"/>
                </a:solidFill>
              </a:defRPr>
            </a:pPr>
            <a:r>
              <a:rPr sz="1575" b="1">
                <a:solidFill>
                  <a:srgbClr val="162227"/>
                </a:solidFill>
              </a:rPr>
              <a:t>AI를 아는 것은 미래를 준비하는 일이면서, 현재를 더 똑똑하게 사는 방법이기도 하다.</a:t>
            </a:r>
          </a:p>
        </p:txBody>
      </p:sp>
    </p:spTree>
    <p:extLst>
      <p:ext uri="{BB962C8B-B14F-4D97-AF65-F5344CB8AC3E}">
        <p14:creationId xmlns:p14="http://schemas.microsoft.com/office/powerpoint/2010/main" val="160235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E8ED88E-4E66-447B-A481-AC3EE788C039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2371BD2-DA7E-40CF-91EA-89C8A271B55E}"/>
              </a:ext>
            </a:extLst>
          </p:cNvPr>
          <p:cNvSpPr>
            <a:spLocks noGrp="1"/>
          </p:cNvSpPr>
          <p:nvPr/>
        </p:nvSpPr>
        <p:spPr>
          <a:xfrm>
            <a:off x="7543800" y="2400300"/>
            <a:ext cx="3276600" cy="3181350"/>
          </a:xfrm>
          <a:prstGeom prst="roundRect">
            <a:avLst>
              <a:gd name="adj" fmla="val 239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AD7F94-E39A-4473-B3A1-09768C3DC72B}"/>
              </a:ext>
            </a:extLst>
          </p:cNvPr>
          <p:cNvSpPr>
            <a:spLocks noGrp="1"/>
          </p:cNvSpPr>
          <p:nvPr/>
        </p:nvSpPr>
        <p:spPr>
          <a:xfrm>
            <a:off x="7772400" y="3048000"/>
            <a:ext cx="28194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 dirty="0" err="1">
                <a:solidFill>
                  <a:srgbClr val="334349"/>
                </a:solidFill>
              </a:rPr>
              <a:t>같은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보고서에서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한국의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생성형</a:t>
            </a:r>
            <a:r>
              <a:rPr sz="1275" b="0" dirty="0">
                <a:solidFill>
                  <a:srgbClr val="334349"/>
                </a:solidFill>
              </a:rPr>
              <a:t> AI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 dirty="0" err="1">
                <a:solidFill>
                  <a:srgbClr val="334349"/>
                </a:solidFill>
              </a:rPr>
              <a:t>사용률은</a:t>
            </a:r>
            <a:r>
              <a:rPr sz="1275" b="0" dirty="0">
                <a:solidFill>
                  <a:srgbClr val="334349"/>
                </a:solidFill>
              </a:rPr>
              <a:t> 2025년 </a:t>
            </a:r>
            <a:r>
              <a:rPr sz="1275" b="0" dirty="0" err="1">
                <a:solidFill>
                  <a:srgbClr val="334349"/>
                </a:solidFill>
              </a:rPr>
              <a:t>상반기</a:t>
            </a:r>
            <a:r>
              <a:rPr sz="1275" b="0" dirty="0">
                <a:solidFill>
                  <a:srgbClr val="334349"/>
                </a:solidFill>
              </a:rPr>
              <a:t> 25.9%에서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 dirty="0" err="1">
                <a:solidFill>
                  <a:srgbClr val="334349"/>
                </a:solidFill>
              </a:rPr>
              <a:t>하반기</a:t>
            </a:r>
            <a:r>
              <a:rPr sz="1275" b="0" dirty="0">
                <a:solidFill>
                  <a:srgbClr val="334349"/>
                </a:solidFill>
              </a:rPr>
              <a:t> 30.7%로 </a:t>
            </a:r>
            <a:r>
              <a:rPr sz="1275" b="0" dirty="0" err="1">
                <a:solidFill>
                  <a:srgbClr val="334349"/>
                </a:solidFill>
              </a:rPr>
              <a:t>올랐다</a:t>
            </a:r>
            <a:r>
              <a:rPr sz="1275" b="0" dirty="0">
                <a:solidFill>
                  <a:srgbClr val="334349"/>
                </a:solidFill>
              </a:rPr>
              <a:t>. </a:t>
            </a:r>
            <a:r>
              <a:rPr sz="1275" b="0" dirty="0" err="1">
                <a:solidFill>
                  <a:srgbClr val="334349"/>
                </a:solidFill>
              </a:rPr>
              <a:t>증가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폭이</a:t>
            </a:r>
            <a:endParaRPr sz="1275" b="0" dirty="0">
              <a:solidFill>
                <a:srgbClr val="334349"/>
              </a:solidFill>
            </a:endParaRP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 dirty="0">
                <a:solidFill>
                  <a:srgbClr val="334349"/>
                </a:solidFill>
              </a:rPr>
              <a:t>큰 </a:t>
            </a:r>
            <a:r>
              <a:rPr sz="1275" b="0" dirty="0" err="1">
                <a:solidFill>
                  <a:srgbClr val="334349"/>
                </a:solidFill>
              </a:rPr>
              <a:t>나라</a:t>
            </a:r>
            <a:r>
              <a:rPr sz="1275" b="0" dirty="0">
                <a:solidFill>
                  <a:srgbClr val="334349"/>
                </a:solidFill>
              </a:rPr>
              <a:t> 중 </a:t>
            </a:r>
            <a:r>
              <a:rPr sz="1275" b="0" dirty="0" err="1">
                <a:solidFill>
                  <a:srgbClr val="334349"/>
                </a:solidFill>
              </a:rPr>
              <a:t>하나였다</a:t>
            </a:r>
            <a:r>
              <a:rPr sz="1275" b="0" dirty="0">
                <a:solidFill>
                  <a:srgbClr val="334349"/>
                </a:solidFill>
              </a:rPr>
              <a:t>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4E0DB60-D431-45C3-93D5-90207F61B6DA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C1857C-A3AF-4B37-B10D-506EB80C3263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FA3C11-19F9-402F-A75B-5D5C3DB97B7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CURRENT STATUS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103802-9EC4-4804-AF4F-0DB2108CC684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04 / 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DCE4F0-BB71-4E3C-96A4-CDC264A583DE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9B9B1A-35B2-4C62-9203-4ECDAAD50E0E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070534-C694-4836-A290-6A617E10B8E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429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현재 AI 사용 현황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7F1418-B91A-4FB4-935A-75D4D9032F21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2026년 4월 발표 기준, 최신 공개 자료를 보면 AI는 개인과 기업 모두에게 빠르게 퍼지고 있다.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0BE960-CEEE-4FF2-96F8-6C29712AB891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76600" cy="3181350"/>
          </a:xfrm>
          <a:prstGeom prst="roundRect">
            <a:avLst>
              <a:gd name="adj" fmla="val 239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D16892-46DE-43D3-A5E9-F03AAC7C384F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7660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7435A4-624E-4AD4-A21F-4A1E4E32AC39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2819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>
                <a:solidFill>
                  <a:srgbClr val="162227"/>
                </a:solidFill>
              </a:rPr>
              <a:t>기업 활용 확대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7B5114-FC3A-4E68-AAE8-245426F2B24F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28194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Stanford AI Index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2025에 따르면 2024년에 78%의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조직이 AI를 사용했다고 답했다. 1년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전의 55%보다 크게 늘어난 수치다.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FD74DB1-76BB-4743-9FE6-7C6AAD2F0E37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2819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2DB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D6BB9-C870-4CDA-B14E-359B83D53742}"/>
              </a:ext>
            </a:extLst>
          </p:cNvPr>
          <p:cNvSpPr>
            <a:spLocks noGrp="1"/>
          </p:cNvSpPr>
          <p:nvPr/>
        </p:nvSpPr>
        <p:spPr>
          <a:xfrm>
            <a:off x="1066800" y="51244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기준: 2024년 사용 현황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4F1DA09-06A4-457E-B316-1F0661F3CB0C}"/>
              </a:ext>
            </a:extLst>
          </p:cNvPr>
          <p:cNvSpPr>
            <a:spLocks noGrp="1"/>
          </p:cNvSpPr>
          <p:nvPr/>
        </p:nvSpPr>
        <p:spPr>
          <a:xfrm>
            <a:off x="4114800" y="2400300"/>
            <a:ext cx="3276600" cy="3181350"/>
          </a:xfrm>
          <a:prstGeom prst="roundRect">
            <a:avLst>
              <a:gd name="adj" fmla="val 239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F1D05-CF5B-4C32-954C-E23315EED03B}"/>
              </a:ext>
            </a:extLst>
          </p:cNvPr>
          <p:cNvSpPr>
            <a:spLocks noGrp="1"/>
          </p:cNvSpPr>
          <p:nvPr/>
        </p:nvSpPr>
        <p:spPr>
          <a:xfrm>
            <a:off x="4114800" y="2400300"/>
            <a:ext cx="3276600" cy="76200"/>
          </a:xfrm>
          <a:prstGeom prst="rect">
            <a:avLst/>
          </a:prstGeom>
          <a:solidFill>
            <a:srgbClr val="E2B7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20F593-CC0B-4D46-A7FE-BFE5EBCDD1BF}"/>
              </a:ext>
            </a:extLst>
          </p:cNvPr>
          <p:cNvSpPr>
            <a:spLocks noGrp="1"/>
          </p:cNvSpPr>
          <p:nvPr/>
        </p:nvSpPr>
        <p:spPr>
          <a:xfrm>
            <a:off x="4343400" y="2609850"/>
            <a:ext cx="2819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>
                <a:solidFill>
                  <a:srgbClr val="162227"/>
                </a:solidFill>
              </a:rPr>
              <a:t>세계 이용자 증가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7BE496-CC47-4CF7-8104-848BEBE9014C}"/>
              </a:ext>
            </a:extLst>
          </p:cNvPr>
          <p:cNvSpPr>
            <a:spLocks noGrp="1"/>
          </p:cNvSpPr>
          <p:nvPr/>
        </p:nvSpPr>
        <p:spPr>
          <a:xfrm>
            <a:off x="4343400" y="3048000"/>
            <a:ext cx="28194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Microsoft는 2025년 하반기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생성형 AI 사용자가 전 세계 인구의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16.3%라고 밝혔다. 쉽게 말해 약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6명 중 1명이 써본 셈이다.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356A04A-4BC4-487A-AA1C-616215E6A336}"/>
              </a:ext>
            </a:extLst>
          </p:cNvPr>
          <p:cNvSpPr>
            <a:spLocks noGrp="1"/>
          </p:cNvSpPr>
          <p:nvPr/>
        </p:nvSpPr>
        <p:spPr>
          <a:xfrm>
            <a:off x="4343400" y="5067300"/>
            <a:ext cx="2819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E2B7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EB187C-8D3F-44C7-8810-ECD9632CC462}"/>
              </a:ext>
            </a:extLst>
          </p:cNvPr>
          <p:cNvSpPr>
            <a:spLocks noGrp="1"/>
          </p:cNvSpPr>
          <p:nvPr/>
        </p:nvSpPr>
        <p:spPr>
          <a:xfrm>
            <a:off x="4495800" y="51244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기준: 2025년 하반기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1443F7-6922-43E7-B150-C9B5AF583D40}"/>
              </a:ext>
            </a:extLst>
          </p:cNvPr>
          <p:cNvSpPr>
            <a:spLocks noGrp="1"/>
          </p:cNvSpPr>
          <p:nvPr/>
        </p:nvSpPr>
        <p:spPr>
          <a:xfrm>
            <a:off x="7543800" y="2400300"/>
            <a:ext cx="327660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AFC88A-64C6-4F1B-B613-3CA20750CD2C}"/>
              </a:ext>
            </a:extLst>
          </p:cNvPr>
          <p:cNvSpPr>
            <a:spLocks noGrp="1"/>
          </p:cNvSpPr>
          <p:nvPr/>
        </p:nvSpPr>
        <p:spPr>
          <a:xfrm>
            <a:off x="7772400" y="2600519"/>
            <a:ext cx="2819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 dirty="0" err="1">
                <a:solidFill>
                  <a:srgbClr val="162227"/>
                </a:solidFill>
              </a:rPr>
              <a:t>한국도</a:t>
            </a:r>
            <a:r>
              <a:rPr sz="1650" b="1" dirty="0">
                <a:solidFill>
                  <a:srgbClr val="162227"/>
                </a:solidFill>
              </a:rPr>
              <a:t> </a:t>
            </a:r>
            <a:r>
              <a:rPr sz="1650" b="1" dirty="0" err="1">
                <a:solidFill>
                  <a:srgbClr val="162227"/>
                </a:solidFill>
              </a:rPr>
              <a:t>빠르게</a:t>
            </a:r>
            <a:r>
              <a:rPr sz="1650" b="1" dirty="0">
                <a:solidFill>
                  <a:srgbClr val="162227"/>
                </a:solidFill>
              </a:rPr>
              <a:t> </a:t>
            </a:r>
            <a:r>
              <a:rPr sz="1650" b="1" dirty="0" err="1">
                <a:solidFill>
                  <a:srgbClr val="162227"/>
                </a:solidFill>
              </a:rPr>
              <a:t>증가</a:t>
            </a:r>
            <a:endParaRPr sz="1650" b="1" dirty="0">
              <a:solidFill>
                <a:srgbClr val="162227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38AAD6E-20A4-4617-AA87-E99B95896931}"/>
              </a:ext>
            </a:extLst>
          </p:cNvPr>
          <p:cNvSpPr>
            <a:spLocks noGrp="1"/>
          </p:cNvSpPr>
          <p:nvPr/>
        </p:nvSpPr>
        <p:spPr>
          <a:xfrm>
            <a:off x="7772400" y="5067300"/>
            <a:ext cx="2819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F08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6E0A46-4483-4B2E-83AD-9360D3D658BD}"/>
              </a:ext>
            </a:extLst>
          </p:cNvPr>
          <p:cNvSpPr>
            <a:spLocks noGrp="1"/>
          </p:cNvSpPr>
          <p:nvPr/>
        </p:nvSpPr>
        <p:spPr>
          <a:xfrm>
            <a:off x="7924800" y="51244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증가 폭: +4.8%p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C0B1150-FCF9-4DD5-BA59-8CF0128F822C}"/>
              </a:ext>
            </a:extLst>
          </p:cNvPr>
          <p:cNvSpPr>
            <a:spLocks noGrp="1"/>
          </p:cNvSpPr>
          <p:nvPr/>
        </p:nvSpPr>
        <p:spPr>
          <a:xfrm>
            <a:off x="2104695" y="5867400"/>
            <a:ext cx="8064063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84706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55C8B5-3C2B-48BB-B2B4-79A790AF6B55}"/>
              </a:ext>
            </a:extLst>
          </p:cNvPr>
          <p:cNvSpPr>
            <a:spLocks noGrp="1"/>
          </p:cNvSpPr>
          <p:nvPr/>
        </p:nvSpPr>
        <p:spPr>
          <a:xfrm>
            <a:off x="2104696" y="5991225"/>
            <a:ext cx="8166538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34349"/>
                </a:solidFill>
              </a:defRPr>
            </a:pPr>
            <a:r>
              <a:rPr sz="1350" b="1" dirty="0" err="1">
                <a:solidFill>
                  <a:srgbClr val="334349"/>
                </a:solidFill>
              </a:rPr>
              <a:t>AI는</a:t>
            </a:r>
            <a:r>
              <a:rPr sz="1350" b="1" dirty="0">
                <a:solidFill>
                  <a:srgbClr val="334349"/>
                </a:solidFill>
              </a:rPr>
              <a:t> 더 </a:t>
            </a:r>
            <a:r>
              <a:rPr sz="1350" b="1" dirty="0" err="1">
                <a:solidFill>
                  <a:srgbClr val="334349"/>
                </a:solidFill>
              </a:rPr>
              <a:t>이상</a:t>
            </a:r>
            <a:r>
              <a:rPr sz="1350" b="1" dirty="0">
                <a:solidFill>
                  <a:srgbClr val="334349"/>
                </a:solidFill>
              </a:rPr>
              <a:t> </a:t>
            </a:r>
            <a:r>
              <a:rPr sz="1350" b="1" dirty="0" err="1">
                <a:solidFill>
                  <a:srgbClr val="334349"/>
                </a:solidFill>
              </a:rPr>
              <a:t>일부</a:t>
            </a:r>
            <a:r>
              <a:rPr sz="1350" b="1" dirty="0">
                <a:solidFill>
                  <a:srgbClr val="334349"/>
                </a:solidFill>
              </a:rPr>
              <a:t> </a:t>
            </a:r>
            <a:r>
              <a:rPr sz="1350" b="1" dirty="0" err="1">
                <a:solidFill>
                  <a:srgbClr val="334349"/>
                </a:solidFill>
              </a:rPr>
              <a:t>전문가만의</a:t>
            </a:r>
            <a:r>
              <a:rPr sz="1350" b="1" dirty="0">
                <a:solidFill>
                  <a:srgbClr val="334349"/>
                </a:solidFill>
              </a:rPr>
              <a:t> </a:t>
            </a:r>
            <a:r>
              <a:rPr sz="1350" b="1" dirty="0" err="1">
                <a:solidFill>
                  <a:srgbClr val="334349"/>
                </a:solidFill>
              </a:rPr>
              <a:t>기술이</a:t>
            </a:r>
            <a:r>
              <a:rPr sz="1350" b="1" dirty="0">
                <a:solidFill>
                  <a:srgbClr val="334349"/>
                </a:solidFill>
              </a:rPr>
              <a:t> </a:t>
            </a:r>
            <a:r>
              <a:rPr sz="1350" b="1" dirty="0" err="1">
                <a:solidFill>
                  <a:srgbClr val="334349"/>
                </a:solidFill>
              </a:rPr>
              <a:t>아니라</a:t>
            </a:r>
            <a:r>
              <a:rPr sz="1350" b="1" dirty="0">
                <a:solidFill>
                  <a:srgbClr val="334349"/>
                </a:solidFill>
              </a:rPr>
              <a:t>, </a:t>
            </a:r>
            <a:r>
              <a:rPr sz="1350" b="1" dirty="0" err="1">
                <a:solidFill>
                  <a:srgbClr val="334349"/>
                </a:solidFill>
              </a:rPr>
              <a:t>학교·검색·콘텐츠·업무</a:t>
            </a:r>
            <a:r>
              <a:rPr sz="1350" b="1" dirty="0">
                <a:solidFill>
                  <a:srgbClr val="334349"/>
                </a:solidFill>
              </a:rPr>
              <a:t> </a:t>
            </a:r>
            <a:r>
              <a:rPr sz="1350" b="1" dirty="0" err="1">
                <a:solidFill>
                  <a:srgbClr val="334349"/>
                </a:solidFill>
              </a:rPr>
              <a:t>현장</a:t>
            </a:r>
            <a:r>
              <a:rPr sz="1350" b="1" dirty="0">
                <a:solidFill>
                  <a:srgbClr val="334349"/>
                </a:solidFill>
              </a:rPr>
              <a:t> </a:t>
            </a:r>
            <a:r>
              <a:rPr sz="1350" b="1" dirty="0" err="1">
                <a:solidFill>
                  <a:srgbClr val="334349"/>
                </a:solidFill>
              </a:rPr>
              <a:t>전반으로</a:t>
            </a:r>
            <a:r>
              <a:rPr sz="1350" b="1" dirty="0">
                <a:solidFill>
                  <a:srgbClr val="334349"/>
                </a:solidFill>
              </a:rPr>
              <a:t> </a:t>
            </a:r>
            <a:r>
              <a:rPr sz="1350" b="1" dirty="0" err="1">
                <a:solidFill>
                  <a:srgbClr val="334349"/>
                </a:solidFill>
              </a:rPr>
              <a:t>빠르게</a:t>
            </a:r>
            <a:r>
              <a:rPr sz="1350" b="1" dirty="0">
                <a:solidFill>
                  <a:srgbClr val="334349"/>
                </a:solidFill>
              </a:rPr>
              <a:t> </a:t>
            </a:r>
            <a:r>
              <a:rPr sz="1350" b="1" dirty="0" err="1">
                <a:solidFill>
                  <a:srgbClr val="334349"/>
                </a:solidFill>
              </a:rPr>
              <a:t>퍼지는</a:t>
            </a:r>
            <a:r>
              <a:rPr sz="1350" b="1" dirty="0">
                <a:solidFill>
                  <a:srgbClr val="334349"/>
                </a:solidFill>
              </a:rPr>
              <a:t> </a:t>
            </a:r>
            <a:r>
              <a:rPr sz="1350" b="1" dirty="0" err="1">
                <a:solidFill>
                  <a:srgbClr val="334349"/>
                </a:solidFill>
              </a:rPr>
              <a:t>중이다</a:t>
            </a:r>
            <a:r>
              <a:rPr sz="1350" b="1" dirty="0">
                <a:solidFill>
                  <a:srgbClr val="33434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283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5">
            <a:extLst>
              <a:ext uri="{FF2B5EF4-FFF2-40B4-BE49-F238E27FC236}">
                <a16:creationId xmlns:a16="http://schemas.microsoft.com/office/drawing/2014/main" id="{4CB468EF-9DF0-4603-92A6-2B7C0E458C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314A88-DDF8-47D7-A35B-189A15C11607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9541D5-6D05-441C-B215-39E4BADAC033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BBF4FB-6DC6-43A5-B257-17292B107D3F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8F2692-BF5C-4FA7-A51C-41A47D819E7D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6096000" cy="5143500"/>
          </a:xfrm>
          <a:prstGeom prst="rect">
            <a:avLst/>
          </a:prstGeom>
          <a:solidFill>
            <a:srgbClr val="E7FA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8ED223-5B45-4A67-A341-EEC9AEB348C0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6096000" cy="5143500"/>
          </a:xfrm>
          <a:prstGeom prst="rect">
            <a:avLst/>
          </a:prstGeom>
          <a:solidFill>
            <a:srgbClr val="FFF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0DC514-4F7F-4C4F-A979-AFB09C0D516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HISTORY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CA5E61-EF37-400C-BC10-F324597CCCD9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05 / 14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0562A9-DF08-439A-9136-F034BD66504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35D73F0-1BDE-483B-8C36-854623319C9A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4A87A3-338C-4663-8809-C4279AE167D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810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AI는 어떻게 발전해 왔을까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3C26A8-45D9-42BD-91B6-3D044311C06F}"/>
              </a:ext>
            </a:extLst>
          </p:cNvPr>
          <p:cNvSpPr>
            <a:spLocks noGrp="1"/>
          </p:cNvSpPr>
          <p:nvPr/>
        </p:nvSpPr>
        <p:spPr>
          <a:xfrm>
            <a:off x="628650" y="1747159"/>
            <a:ext cx="83248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 dirty="0" err="1">
                <a:solidFill>
                  <a:srgbClr val="334349"/>
                </a:solidFill>
              </a:rPr>
              <a:t>지금의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생성형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AI도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갑자기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등장한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것이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아니라</a:t>
            </a:r>
            <a:r>
              <a:rPr sz="1425" b="0" dirty="0">
                <a:solidFill>
                  <a:srgbClr val="334349"/>
                </a:solidFill>
              </a:rPr>
              <a:t>, </a:t>
            </a:r>
            <a:r>
              <a:rPr sz="1425" b="0" dirty="0" err="1">
                <a:solidFill>
                  <a:srgbClr val="334349"/>
                </a:solidFill>
              </a:rPr>
              <a:t>여러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단계의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연구와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기술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발전이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쌓여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만들어졌다</a:t>
            </a:r>
            <a:r>
              <a:rPr sz="1425" b="0" dirty="0">
                <a:solidFill>
                  <a:srgbClr val="334349"/>
                </a:solidFill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744BE3-CA7C-40A6-B8D0-2F8D30A6F455}"/>
              </a:ext>
            </a:extLst>
          </p:cNvPr>
          <p:cNvSpPr>
            <a:spLocks noGrp="1"/>
          </p:cNvSpPr>
          <p:nvPr/>
        </p:nvSpPr>
        <p:spPr>
          <a:xfrm>
            <a:off x="1066800" y="4171950"/>
            <a:ext cx="10058400" cy="3810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177D55-C44A-4562-A2CC-C94B5D30752D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285750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0196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EA370E-7235-41CB-B023-D3796074EEDF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285750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72B7C2-6567-4840-892B-1741FB83FC5C}"/>
              </a:ext>
            </a:extLst>
          </p:cNvPr>
          <p:cNvSpPr>
            <a:spLocks noGrp="1"/>
          </p:cNvSpPr>
          <p:nvPr/>
        </p:nvSpPr>
        <p:spPr>
          <a:xfrm>
            <a:off x="1047750" y="22288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BA7F"/>
                </a:solidFill>
              </a:defRPr>
            </a:pPr>
            <a:r>
              <a:rPr sz="1050" b="1">
                <a:solidFill>
                  <a:srgbClr val="2DBA7F"/>
                </a:solidFill>
              </a:rPr>
              <a:t>1950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9CCAC4-65BE-4F7F-808C-C9843CC37CCB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2438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튜링의 질문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76DDB0-A1C3-4F90-A34F-71BFA6BD29A8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2438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기계가 생각할 수 있는가를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묻고, 이후 AI 논의의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출발점을 만들었다.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BFCE98-89E8-4D6B-B3AA-3EE11E067CCF}"/>
              </a:ext>
            </a:extLst>
          </p:cNvPr>
          <p:cNvSpPr>
            <a:spLocks noGrp="1"/>
          </p:cNvSpPr>
          <p:nvPr/>
        </p:nvSpPr>
        <p:spPr>
          <a:xfrm>
            <a:off x="2257425" y="3543300"/>
            <a:ext cx="19050" cy="2476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16194B6-D983-4E46-9769-55E13BFF465B}"/>
              </a:ext>
            </a:extLst>
          </p:cNvPr>
          <p:cNvSpPr>
            <a:spLocks noGrp="1"/>
          </p:cNvSpPr>
          <p:nvPr/>
        </p:nvSpPr>
        <p:spPr>
          <a:xfrm>
            <a:off x="2190750" y="3657600"/>
            <a:ext cx="152400" cy="152400"/>
          </a:xfrm>
          <a:prstGeom prst="ellipse">
            <a:avLst/>
          </a:prstGeom>
          <a:solidFill>
            <a:srgbClr val="2DBA7F"/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214C7A-57CB-48B8-9B3B-E11C1586DD85}"/>
              </a:ext>
            </a:extLst>
          </p:cNvPr>
          <p:cNvSpPr>
            <a:spLocks noGrp="1"/>
          </p:cNvSpPr>
          <p:nvPr/>
        </p:nvSpPr>
        <p:spPr>
          <a:xfrm>
            <a:off x="4667250" y="2076450"/>
            <a:ext cx="285750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0196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4E384F-A4F7-4FCA-9763-B6A3E9E5EAF7}"/>
              </a:ext>
            </a:extLst>
          </p:cNvPr>
          <p:cNvSpPr>
            <a:spLocks noGrp="1"/>
          </p:cNvSpPr>
          <p:nvPr/>
        </p:nvSpPr>
        <p:spPr>
          <a:xfrm>
            <a:off x="4667250" y="2076450"/>
            <a:ext cx="2857500" cy="76200"/>
          </a:xfrm>
          <a:prstGeom prst="rect">
            <a:avLst/>
          </a:prstGeom>
          <a:solidFill>
            <a:srgbClr val="E2B7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1EC900-F96E-4009-9674-285E9F4B265E}"/>
              </a:ext>
            </a:extLst>
          </p:cNvPr>
          <p:cNvSpPr>
            <a:spLocks noGrp="1"/>
          </p:cNvSpPr>
          <p:nvPr/>
        </p:nvSpPr>
        <p:spPr>
          <a:xfrm>
            <a:off x="4876800" y="22288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2B75D"/>
                </a:solidFill>
              </a:defRPr>
            </a:pPr>
            <a:r>
              <a:rPr sz="1050" b="1">
                <a:solidFill>
                  <a:srgbClr val="E2B75D"/>
                </a:solidFill>
              </a:rPr>
              <a:t>1956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832A65-957C-4E3F-A99A-5EB5963A2D5F}"/>
              </a:ext>
            </a:extLst>
          </p:cNvPr>
          <p:cNvSpPr>
            <a:spLocks noGrp="1"/>
          </p:cNvSpPr>
          <p:nvPr/>
        </p:nvSpPr>
        <p:spPr>
          <a:xfrm>
            <a:off x="4876800" y="2495550"/>
            <a:ext cx="2438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AI라는 이름 등장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D7F78-6160-4152-94A1-B2E819F200ED}"/>
              </a:ext>
            </a:extLst>
          </p:cNvPr>
          <p:cNvSpPr>
            <a:spLocks noGrp="1"/>
          </p:cNvSpPr>
          <p:nvPr/>
        </p:nvSpPr>
        <p:spPr>
          <a:xfrm>
            <a:off x="4876800" y="2781300"/>
            <a:ext cx="2438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다트머스 회의에서 인공지능이라는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연구 분야가 본격적으로 이름을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얻었다.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2878EB-7C6B-462A-93D9-9F8D1A40789B}"/>
              </a:ext>
            </a:extLst>
          </p:cNvPr>
          <p:cNvSpPr>
            <a:spLocks noGrp="1"/>
          </p:cNvSpPr>
          <p:nvPr/>
        </p:nvSpPr>
        <p:spPr>
          <a:xfrm>
            <a:off x="6086475" y="3543300"/>
            <a:ext cx="19050" cy="2476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258FDDE-D48D-45A5-9CA1-CF911ACA8DBE}"/>
              </a:ext>
            </a:extLst>
          </p:cNvPr>
          <p:cNvSpPr>
            <a:spLocks noGrp="1"/>
          </p:cNvSpPr>
          <p:nvPr/>
        </p:nvSpPr>
        <p:spPr>
          <a:xfrm>
            <a:off x="6019800" y="3657600"/>
            <a:ext cx="152400" cy="152400"/>
          </a:xfrm>
          <a:prstGeom prst="ellipse">
            <a:avLst/>
          </a:prstGeom>
          <a:solidFill>
            <a:srgbClr val="E2B75D"/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B1BC9BA-DB52-462E-91C7-756F0537F143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85750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0196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940588-CF2A-406D-A1C3-2E312807B98A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85750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556B4D-26CC-4786-A6F4-24796B128A3B}"/>
              </a:ext>
            </a:extLst>
          </p:cNvPr>
          <p:cNvSpPr>
            <a:spLocks noGrp="1"/>
          </p:cNvSpPr>
          <p:nvPr/>
        </p:nvSpPr>
        <p:spPr>
          <a:xfrm>
            <a:off x="8705850" y="22288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08A6B"/>
                </a:solidFill>
              </a:defRPr>
            </a:pPr>
            <a:r>
              <a:rPr sz="1050" b="1">
                <a:solidFill>
                  <a:srgbClr val="F08A6B"/>
                </a:solidFill>
              </a:rPr>
              <a:t>1980s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350ACA-9335-4DA2-8C38-5FE323FB2B21}"/>
              </a:ext>
            </a:extLst>
          </p:cNvPr>
          <p:cNvSpPr>
            <a:spLocks noGrp="1"/>
          </p:cNvSpPr>
          <p:nvPr/>
        </p:nvSpPr>
        <p:spPr>
          <a:xfrm>
            <a:off x="8705850" y="2495550"/>
            <a:ext cx="2438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전문가 시스템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482495-8A86-420F-B1E1-C0ADA2A50220}"/>
              </a:ext>
            </a:extLst>
          </p:cNvPr>
          <p:cNvSpPr>
            <a:spLocks noGrp="1"/>
          </p:cNvSpPr>
          <p:nvPr/>
        </p:nvSpPr>
        <p:spPr>
          <a:xfrm>
            <a:off x="8705850" y="2781300"/>
            <a:ext cx="2438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규칙 기반으로 특정 분야 문제를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푸는 시스템이 주목받으며 산업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적용이 늘었다.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47926C-3E57-4062-A8DF-BB50A19262B9}"/>
              </a:ext>
            </a:extLst>
          </p:cNvPr>
          <p:cNvSpPr>
            <a:spLocks noGrp="1"/>
          </p:cNvSpPr>
          <p:nvPr/>
        </p:nvSpPr>
        <p:spPr>
          <a:xfrm>
            <a:off x="9915525" y="3543300"/>
            <a:ext cx="19050" cy="2476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32DC05D-6E3B-4011-AC84-84DF33CD9282}"/>
              </a:ext>
            </a:extLst>
          </p:cNvPr>
          <p:cNvSpPr>
            <a:spLocks noGrp="1"/>
          </p:cNvSpPr>
          <p:nvPr/>
        </p:nvSpPr>
        <p:spPr>
          <a:xfrm>
            <a:off x="9848850" y="3657600"/>
            <a:ext cx="152400" cy="152400"/>
          </a:xfrm>
          <a:prstGeom prst="ellipse">
            <a:avLst/>
          </a:prstGeom>
          <a:solidFill>
            <a:srgbClr val="F08A6B"/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0F97F90-3C16-407D-A51C-BFFB4DFEA6CA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285750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0196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5B5D3E-99E3-4D4C-80F0-E80F6CFA98DC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2857500" cy="76200"/>
          </a:xfrm>
          <a:prstGeom prst="rect">
            <a:avLst/>
          </a:prstGeom>
          <a:solidFill>
            <a:srgbClr val="DCEF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64CE27-77B1-4AD4-B577-E159361CBAB1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CEFFE"/>
                </a:solidFill>
              </a:defRPr>
            </a:pPr>
            <a:r>
              <a:rPr sz="1050" b="1">
                <a:solidFill>
                  <a:srgbClr val="DCEFFE"/>
                </a:solidFill>
              </a:rPr>
              <a:t>2012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0AB482-F9EE-42DE-B29A-199D341F2DB1}"/>
              </a:ext>
            </a:extLst>
          </p:cNvPr>
          <p:cNvSpPr>
            <a:spLocks noGrp="1"/>
          </p:cNvSpPr>
          <p:nvPr/>
        </p:nvSpPr>
        <p:spPr>
          <a:xfrm>
            <a:off x="1047750" y="4743450"/>
            <a:ext cx="2438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딥러닝 도약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46F716-F7F1-487E-BC76-EEA2FE44A044}"/>
              </a:ext>
            </a:extLst>
          </p:cNvPr>
          <p:cNvSpPr>
            <a:spLocks noGrp="1"/>
          </p:cNvSpPr>
          <p:nvPr/>
        </p:nvSpPr>
        <p:spPr>
          <a:xfrm>
            <a:off x="1047750" y="5029200"/>
            <a:ext cx="2438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이미지 인식 성능이 크게 뛰며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신경망 연구가 다시 중심으로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올라왔다.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1EA6A2-3F5E-4697-99C0-01ADA363EA72}"/>
              </a:ext>
            </a:extLst>
          </p:cNvPr>
          <p:cNvSpPr>
            <a:spLocks noGrp="1"/>
          </p:cNvSpPr>
          <p:nvPr/>
        </p:nvSpPr>
        <p:spPr>
          <a:xfrm>
            <a:off x="2257425" y="4076700"/>
            <a:ext cx="19050" cy="2476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1B79939-68DB-4A06-8B56-F6EF576C0256}"/>
              </a:ext>
            </a:extLst>
          </p:cNvPr>
          <p:cNvSpPr>
            <a:spLocks noGrp="1"/>
          </p:cNvSpPr>
          <p:nvPr/>
        </p:nvSpPr>
        <p:spPr>
          <a:xfrm>
            <a:off x="2190750" y="4057650"/>
            <a:ext cx="152400" cy="152400"/>
          </a:xfrm>
          <a:prstGeom prst="ellipse">
            <a:avLst/>
          </a:prstGeom>
          <a:solidFill>
            <a:srgbClr val="DCEFFE"/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ED61827-F490-44D8-91E4-32F80A8CEC3F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5750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0196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09BE99-0910-4E6E-90CB-3455A8ABFEA2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5750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BB8AC33-F03A-4C8D-842A-31C6553372B0}"/>
              </a:ext>
            </a:extLst>
          </p:cNvPr>
          <p:cNvSpPr>
            <a:spLocks noGrp="1"/>
          </p:cNvSpPr>
          <p:nvPr/>
        </p:nvSpPr>
        <p:spPr>
          <a:xfrm>
            <a:off x="4876800" y="44767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BA7F"/>
                </a:solidFill>
              </a:defRPr>
            </a:pPr>
            <a:r>
              <a:rPr sz="1050" b="1">
                <a:solidFill>
                  <a:srgbClr val="2DBA7F"/>
                </a:solidFill>
              </a:rPr>
              <a:t>2017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9EF007-78E0-42C5-80A8-4EDD7081D540}"/>
              </a:ext>
            </a:extLst>
          </p:cNvPr>
          <p:cNvSpPr>
            <a:spLocks noGrp="1"/>
          </p:cNvSpPr>
          <p:nvPr/>
        </p:nvSpPr>
        <p:spPr>
          <a:xfrm>
            <a:off x="4876800" y="4743450"/>
            <a:ext cx="2438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트랜스포머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8FBA843-B527-43CB-9754-352F5217F684}"/>
              </a:ext>
            </a:extLst>
          </p:cNvPr>
          <p:cNvSpPr>
            <a:spLocks noGrp="1"/>
          </p:cNvSpPr>
          <p:nvPr/>
        </p:nvSpPr>
        <p:spPr>
          <a:xfrm>
            <a:off x="4876800" y="5029200"/>
            <a:ext cx="2438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언어를 더 잘 다루는 구조가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등장하면서 대규모 언어모델의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기반이 마련됐다.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7E856FD-4622-4617-9ADA-3BB52D9AFD5A}"/>
              </a:ext>
            </a:extLst>
          </p:cNvPr>
          <p:cNvSpPr>
            <a:spLocks noGrp="1"/>
          </p:cNvSpPr>
          <p:nvPr/>
        </p:nvSpPr>
        <p:spPr>
          <a:xfrm>
            <a:off x="6086475" y="4076700"/>
            <a:ext cx="19050" cy="2476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550D2E8-BDA7-4748-8839-FA095AF15CE7}"/>
              </a:ext>
            </a:extLst>
          </p:cNvPr>
          <p:cNvSpPr>
            <a:spLocks noGrp="1"/>
          </p:cNvSpPr>
          <p:nvPr/>
        </p:nvSpPr>
        <p:spPr>
          <a:xfrm>
            <a:off x="6019800" y="4057650"/>
            <a:ext cx="152400" cy="152400"/>
          </a:xfrm>
          <a:prstGeom prst="ellipse">
            <a:avLst/>
          </a:prstGeom>
          <a:solidFill>
            <a:srgbClr val="2DBA7F"/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B470266-947C-4C60-97C0-CEED2E53DDBA}"/>
              </a:ext>
            </a:extLst>
          </p:cNvPr>
          <p:cNvSpPr>
            <a:spLocks noGrp="1"/>
          </p:cNvSpPr>
          <p:nvPr/>
        </p:nvSpPr>
        <p:spPr>
          <a:xfrm>
            <a:off x="8496300" y="4324350"/>
            <a:ext cx="2857500" cy="1466850"/>
          </a:xfrm>
          <a:prstGeom prst="roundRect">
            <a:avLst>
              <a:gd name="adj" fmla="val 5195"/>
            </a:avLst>
          </a:prstGeom>
          <a:solidFill>
            <a:srgbClr val="FFFFFF">
              <a:alpha val="90196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761687-9326-4EFE-9DF2-BF9C8391948D}"/>
              </a:ext>
            </a:extLst>
          </p:cNvPr>
          <p:cNvSpPr>
            <a:spLocks noGrp="1"/>
          </p:cNvSpPr>
          <p:nvPr/>
        </p:nvSpPr>
        <p:spPr>
          <a:xfrm>
            <a:off x="8496300" y="4324350"/>
            <a:ext cx="285750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B6722C8-F097-4665-8027-9A1C26C45A59}"/>
              </a:ext>
            </a:extLst>
          </p:cNvPr>
          <p:cNvSpPr>
            <a:spLocks noGrp="1"/>
          </p:cNvSpPr>
          <p:nvPr/>
        </p:nvSpPr>
        <p:spPr>
          <a:xfrm>
            <a:off x="8705850" y="44767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08A6B"/>
                </a:solidFill>
              </a:defRPr>
            </a:pPr>
            <a:r>
              <a:rPr sz="1050" b="1">
                <a:solidFill>
                  <a:srgbClr val="F08A6B"/>
                </a:solidFill>
              </a:rPr>
              <a:t>2022~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F6FC1C-5D11-4A69-A8FD-539C6529F0CD}"/>
              </a:ext>
            </a:extLst>
          </p:cNvPr>
          <p:cNvSpPr>
            <a:spLocks noGrp="1"/>
          </p:cNvSpPr>
          <p:nvPr/>
        </p:nvSpPr>
        <p:spPr>
          <a:xfrm>
            <a:off x="8705850" y="4743450"/>
            <a:ext cx="2438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생성형 AI 확산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E403889-3F91-41DA-B012-F046D4977A92}"/>
              </a:ext>
            </a:extLst>
          </p:cNvPr>
          <p:cNvSpPr>
            <a:spLocks noGrp="1"/>
          </p:cNvSpPr>
          <p:nvPr/>
        </p:nvSpPr>
        <p:spPr>
          <a:xfrm>
            <a:off x="8705850" y="5029200"/>
            <a:ext cx="2438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대중이 직접 쓰는 챗봇과 이미지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생성 도구가 빠르게 퍼지기</a:t>
            </a:r>
          </a:p>
          <a:p>
            <a:pPr algn="l">
              <a:defRPr sz="975" b="0">
                <a:solidFill>
                  <a:srgbClr val="334349"/>
                </a:solidFill>
              </a:defRPr>
            </a:pPr>
            <a:r>
              <a:rPr sz="975" b="0">
                <a:solidFill>
                  <a:srgbClr val="334349"/>
                </a:solidFill>
              </a:rPr>
              <a:t>시작했다.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1F20A00-254D-4504-8CC7-F129ECBF5853}"/>
              </a:ext>
            </a:extLst>
          </p:cNvPr>
          <p:cNvSpPr>
            <a:spLocks noGrp="1"/>
          </p:cNvSpPr>
          <p:nvPr/>
        </p:nvSpPr>
        <p:spPr>
          <a:xfrm>
            <a:off x="9915525" y="4076700"/>
            <a:ext cx="19050" cy="2476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AD62C9B-C60C-49C3-90FA-7D437AA6F4FE}"/>
              </a:ext>
            </a:extLst>
          </p:cNvPr>
          <p:cNvSpPr>
            <a:spLocks noGrp="1"/>
          </p:cNvSpPr>
          <p:nvPr/>
        </p:nvSpPr>
        <p:spPr>
          <a:xfrm>
            <a:off x="9848850" y="4057650"/>
            <a:ext cx="152400" cy="152400"/>
          </a:xfrm>
          <a:prstGeom prst="ellipse">
            <a:avLst/>
          </a:prstGeom>
          <a:solidFill>
            <a:srgbClr val="F08A6B"/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B6B7AAD-9F78-428D-ACCC-7D3A144A2A98}"/>
              </a:ext>
            </a:extLst>
          </p:cNvPr>
          <p:cNvSpPr>
            <a:spLocks noGrp="1"/>
          </p:cNvSpPr>
          <p:nvPr/>
        </p:nvSpPr>
        <p:spPr>
          <a:xfrm>
            <a:off x="2019300" y="6057900"/>
            <a:ext cx="815340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7843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97442E9-9B6A-4D6E-898C-7EAA30B6B325}"/>
              </a:ext>
            </a:extLst>
          </p:cNvPr>
          <p:cNvSpPr>
            <a:spLocks noGrp="1"/>
          </p:cNvSpPr>
          <p:nvPr/>
        </p:nvSpPr>
        <p:spPr>
          <a:xfrm>
            <a:off x="2266950" y="6172200"/>
            <a:ext cx="7658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334349"/>
                </a:solidFill>
              </a:defRPr>
            </a:pPr>
            <a:r>
              <a:rPr sz="1200" b="1">
                <a:solidFill>
                  <a:srgbClr val="334349"/>
                </a:solidFill>
              </a:rPr>
              <a:t>AI의 역사는 한 번의 발명보다, 여러 실패와 돌파구가 이어진 긴 발전 과정으로 보는 편이 더 정확하다.</a:t>
            </a:r>
          </a:p>
        </p:txBody>
      </p:sp>
    </p:spTree>
    <p:extLst>
      <p:ext uri="{BB962C8B-B14F-4D97-AF65-F5344CB8AC3E}">
        <p14:creationId xmlns:p14="http://schemas.microsoft.com/office/powerpoint/2010/main" val="1165477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6666FCB-B982-478F-AFAE-13C81E7E9F9A}"/>
              </a:ext>
            </a:extLst>
          </p:cNvPr>
          <p:cNvSpPr>
            <a:spLocks noGrp="1"/>
          </p:cNvSpPr>
          <p:nvPr/>
        </p:nvSpPr>
        <p:spPr>
          <a:xfrm>
            <a:off x="8324850" y="2952750"/>
            <a:ext cx="3162300" cy="1790700"/>
          </a:xfrm>
          <a:prstGeom prst="roundRect">
            <a:avLst>
              <a:gd name="adj" fmla="val 425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33010C7-D2E3-4331-B213-6EAFCAC61391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DDD0A7B-8EFA-44E4-962C-68D420B4DC92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62266C7-C66E-41CF-B709-ECD316582638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3369F1-2B04-4CE9-9F09-3FA2DE9302A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CORE IDEA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F901EA-7A65-44AE-B7F5-46E513BB9724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06 / 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0AFC36-8C67-44F8-A985-4637D367470A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0CABFCC-CED9-4E9C-9FCC-7EB0627A50ED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53F4E1-4145-41DB-896F-05FB867F8AB8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810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AI는 무엇일까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0D337C-E8A1-4356-8C07-EA1AF566258C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한 문장으로 정리하면, AI는 많은 데이터에서 패턴을 배우고 예측하거나 생성하도록 학습된 시스템이다.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B654EE-E904-4992-8848-8F661B38CD81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3162300" cy="1790700"/>
          </a:xfrm>
          <a:prstGeom prst="roundRect">
            <a:avLst>
              <a:gd name="adj" fmla="val 425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8D0FD8-303A-4FE8-BE20-1D6382BB3933}"/>
              </a:ext>
            </a:extLst>
          </p:cNvPr>
          <p:cNvSpPr>
            <a:spLocks noGrp="1"/>
          </p:cNvSpPr>
          <p:nvPr/>
        </p:nvSpPr>
        <p:spPr>
          <a:xfrm>
            <a:off x="704850" y="2952750"/>
            <a:ext cx="3162300" cy="9525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E0A31A-E446-4AF7-8718-3E54F5560BD1}"/>
              </a:ext>
            </a:extLst>
          </p:cNvPr>
          <p:cNvSpPr>
            <a:spLocks noGrp="1"/>
          </p:cNvSpPr>
          <p:nvPr/>
        </p:nvSpPr>
        <p:spPr>
          <a:xfrm>
            <a:off x="933450" y="3200400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>
                <a:solidFill>
                  <a:srgbClr val="162227"/>
                </a:solidFill>
              </a:rPr>
              <a:t>입력 데이터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00EECF-8267-4BA6-B22C-7C9522AD08DA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2705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사진, 글, 소리처럼 학습의 재료가 되는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정보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4599CA-0C98-4D77-84EB-C20754756350}"/>
              </a:ext>
            </a:extLst>
          </p:cNvPr>
          <p:cNvSpPr>
            <a:spLocks noGrp="1"/>
          </p:cNvSpPr>
          <p:nvPr/>
        </p:nvSpPr>
        <p:spPr>
          <a:xfrm>
            <a:off x="4514850" y="2952750"/>
            <a:ext cx="3162300" cy="1790700"/>
          </a:xfrm>
          <a:prstGeom prst="roundRect">
            <a:avLst>
              <a:gd name="adj" fmla="val 425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2BFD0A-1F29-4227-872C-BED3DDE28FB9}"/>
              </a:ext>
            </a:extLst>
          </p:cNvPr>
          <p:cNvSpPr>
            <a:spLocks noGrp="1"/>
          </p:cNvSpPr>
          <p:nvPr/>
        </p:nvSpPr>
        <p:spPr>
          <a:xfrm>
            <a:off x="4514850" y="2952750"/>
            <a:ext cx="3162300" cy="95250"/>
          </a:xfrm>
          <a:prstGeom prst="rect">
            <a:avLst/>
          </a:prstGeom>
          <a:solidFill>
            <a:srgbClr val="E2B7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B465B4-7651-471A-984F-9493462F0FF1}"/>
              </a:ext>
            </a:extLst>
          </p:cNvPr>
          <p:cNvSpPr>
            <a:spLocks noGrp="1"/>
          </p:cNvSpPr>
          <p:nvPr/>
        </p:nvSpPr>
        <p:spPr>
          <a:xfrm>
            <a:off x="4743450" y="3200400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>
                <a:solidFill>
                  <a:srgbClr val="162227"/>
                </a:solidFill>
              </a:rPr>
              <a:t>패턴 학습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63FF65-2133-44DB-A584-30DE7D1D5D17}"/>
              </a:ext>
            </a:extLst>
          </p:cNvPr>
          <p:cNvSpPr>
            <a:spLocks noGrp="1"/>
          </p:cNvSpPr>
          <p:nvPr/>
        </p:nvSpPr>
        <p:spPr>
          <a:xfrm>
            <a:off x="4743450" y="3638550"/>
            <a:ext cx="2705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반복을 통해 어떤 규칙이 자주 나타나는지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찾기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3C6728-051A-4850-90CB-8095C27CFB50}"/>
              </a:ext>
            </a:extLst>
          </p:cNvPr>
          <p:cNvSpPr>
            <a:spLocks noGrp="1"/>
          </p:cNvSpPr>
          <p:nvPr/>
        </p:nvSpPr>
        <p:spPr>
          <a:xfrm>
            <a:off x="8324850" y="2952750"/>
            <a:ext cx="3162300" cy="9525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414F00-ED20-41F8-9F0A-DA1F55B8ECB6}"/>
              </a:ext>
            </a:extLst>
          </p:cNvPr>
          <p:cNvSpPr>
            <a:spLocks noGrp="1"/>
          </p:cNvSpPr>
          <p:nvPr/>
        </p:nvSpPr>
        <p:spPr>
          <a:xfrm>
            <a:off x="8553450" y="3200400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>
                <a:solidFill>
                  <a:srgbClr val="162227"/>
                </a:solidFill>
              </a:rPr>
              <a:t>예측/생성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219019-06AB-4902-AAD4-42F692A64C71}"/>
              </a:ext>
            </a:extLst>
          </p:cNvPr>
          <p:cNvSpPr>
            <a:spLocks noGrp="1"/>
          </p:cNvSpPr>
          <p:nvPr/>
        </p:nvSpPr>
        <p:spPr>
          <a:xfrm>
            <a:off x="8553450" y="3638550"/>
            <a:ext cx="2705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 dirty="0" err="1">
                <a:solidFill>
                  <a:srgbClr val="334349"/>
                </a:solidFill>
              </a:rPr>
              <a:t>분류</a:t>
            </a:r>
            <a:r>
              <a:rPr sz="1275" b="0" dirty="0">
                <a:solidFill>
                  <a:srgbClr val="334349"/>
                </a:solidFill>
              </a:rPr>
              <a:t>, </a:t>
            </a:r>
            <a:r>
              <a:rPr sz="1275" b="0" dirty="0" err="1">
                <a:solidFill>
                  <a:srgbClr val="334349"/>
                </a:solidFill>
              </a:rPr>
              <a:t>추천</a:t>
            </a:r>
            <a:r>
              <a:rPr sz="1275" b="0" dirty="0">
                <a:solidFill>
                  <a:srgbClr val="334349"/>
                </a:solidFill>
              </a:rPr>
              <a:t>, </a:t>
            </a:r>
            <a:r>
              <a:rPr sz="1275" b="0" dirty="0" err="1">
                <a:solidFill>
                  <a:srgbClr val="334349"/>
                </a:solidFill>
              </a:rPr>
              <a:t>요약</a:t>
            </a:r>
            <a:r>
              <a:rPr sz="1275" b="0" dirty="0">
                <a:solidFill>
                  <a:srgbClr val="334349"/>
                </a:solidFill>
              </a:rPr>
              <a:t>, </a:t>
            </a:r>
            <a:r>
              <a:rPr sz="1275" b="0" dirty="0" err="1">
                <a:solidFill>
                  <a:srgbClr val="334349"/>
                </a:solidFill>
              </a:rPr>
              <a:t>답변</a:t>
            </a:r>
            <a:r>
              <a:rPr sz="1275" b="0" dirty="0">
                <a:solidFill>
                  <a:srgbClr val="334349"/>
                </a:solidFill>
              </a:rPr>
              <a:t>, </a:t>
            </a:r>
            <a:r>
              <a:rPr sz="1275" b="0" dirty="0" err="1">
                <a:solidFill>
                  <a:srgbClr val="334349"/>
                </a:solidFill>
              </a:rPr>
              <a:t>그림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만들기</a:t>
            </a:r>
            <a:endParaRPr sz="1275" b="0" dirty="0">
              <a:solidFill>
                <a:srgbClr val="334349"/>
              </a:solidFill>
            </a:endParaRP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 dirty="0" err="1">
                <a:solidFill>
                  <a:srgbClr val="334349"/>
                </a:solidFill>
              </a:rPr>
              <a:t>같은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결과</a:t>
            </a:r>
            <a:endParaRPr sz="1275" b="0" dirty="0">
              <a:solidFill>
                <a:srgbClr val="334349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2F371E7-91E5-4AED-879D-A853F4DF4C3B}"/>
              </a:ext>
            </a:extLst>
          </p:cNvPr>
          <p:cNvSpPr>
            <a:spLocks noGrp="1"/>
          </p:cNvSpPr>
          <p:nvPr/>
        </p:nvSpPr>
        <p:spPr>
          <a:xfrm>
            <a:off x="876300" y="5162550"/>
            <a:ext cx="4857750" cy="1123950"/>
          </a:xfrm>
          <a:prstGeom prst="roundRect">
            <a:avLst>
              <a:gd name="adj" fmla="val 6780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2900DE-70C4-410A-9EDA-851CAD0B6564}"/>
              </a:ext>
            </a:extLst>
          </p:cNvPr>
          <p:cNvSpPr>
            <a:spLocks noGrp="1"/>
          </p:cNvSpPr>
          <p:nvPr/>
        </p:nvSpPr>
        <p:spPr>
          <a:xfrm>
            <a:off x="876300" y="5162550"/>
            <a:ext cx="485775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7AAF053-0332-482B-BC0B-8F28BC94BADB}"/>
              </a:ext>
            </a:extLst>
          </p:cNvPr>
          <p:cNvSpPr>
            <a:spLocks noGrp="1"/>
          </p:cNvSpPr>
          <p:nvPr/>
        </p:nvSpPr>
        <p:spPr>
          <a:xfrm>
            <a:off x="1104900" y="5334000"/>
            <a:ext cx="4400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중요한 점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BAB0FB-87E2-446C-9BB5-276D424D529B}"/>
              </a:ext>
            </a:extLst>
          </p:cNvPr>
          <p:cNvSpPr>
            <a:spLocks noGrp="1"/>
          </p:cNvSpPr>
          <p:nvPr/>
        </p:nvSpPr>
        <p:spPr>
          <a:xfrm>
            <a:off x="1104900" y="5657850"/>
            <a:ext cx="4400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중요한 점 AI는 사람처럼 이해한다고 보기보다, 데이터 속</a:t>
            </a:r>
          </a:p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패턴을 계산해 활용한다.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DBDC5E6-2603-497C-B0EF-2FCF676F4F96}"/>
              </a:ext>
            </a:extLst>
          </p:cNvPr>
          <p:cNvSpPr>
            <a:spLocks noGrp="1"/>
          </p:cNvSpPr>
          <p:nvPr/>
        </p:nvSpPr>
        <p:spPr>
          <a:xfrm>
            <a:off x="6457950" y="5162550"/>
            <a:ext cx="4857750" cy="1123950"/>
          </a:xfrm>
          <a:prstGeom prst="roundRect">
            <a:avLst>
              <a:gd name="adj" fmla="val 6780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FDA625-62F9-44C7-8CB1-6981A316A3F8}"/>
              </a:ext>
            </a:extLst>
          </p:cNvPr>
          <p:cNvSpPr>
            <a:spLocks noGrp="1"/>
          </p:cNvSpPr>
          <p:nvPr/>
        </p:nvSpPr>
        <p:spPr>
          <a:xfrm>
            <a:off x="6457950" y="5162550"/>
            <a:ext cx="485775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8DF06F-00C4-4B21-8839-74121A042996}"/>
              </a:ext>
            </a:extLst>
          </p:cNvPr>
          <p:cNvSpPr>
            <a:spLocks noGrp="1"/>
          </p:cNvSpPr>
          <p:nvPr/>
        </p:nvSpPr>
        <p:spPr>
          <a:xfrm>
            <a:off x="6686550" y="5334000"/>
            <a:ext cx="4400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그래서 가능한 일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8F31B3-8494-4CF1-8C66-BCDEEF6B3FD2}"/>
              </a:ext>
            </a:extLst>
          </p:cNvPr>
          <p:cNvSpPr>
            <a:spLocks noGrp="1"/>
          </p:cNvSpPr>
          <p:nvPr/>
        </p:nvSpPr>
        <p:spPr>
          <a:xfrm>
            <a:off x="6686550" y="5657850"/>
            <a:ext cx="4400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그래서 가능하다 빠르게 분류하고, 추천하고, 새로운 형태의</a:t>
            </a:r>
          </a:p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결과도 만들어낼 수 있다.</a:t>
            </a:r>
          </a:p>
        </p:txBody>
      </p:sp>
    </p:spTree>
    <p:extLst>
      <p:ext uri="{BB962C8B-B14F-4D97-AF65-F5344CB8AC3E}">
        <p14:creationId xmlns:p14="http://schemas.microsoft.com/office/powerpoint/2010/main" val="1946309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86226DD-7BCE-46C3-AC15-870A6BE8978E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FFE5013-4D14-4C55-B9B5-D00D2B707791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3F3FD2-4A94-4841-8587-6259C430D67B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551E58-D067-4776-A9FC-19EB2121488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LEARNING LOOP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FDE717-651A-4F37-9D68-EEAA77AB0E62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07 / 14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479E96-A8B5-46D7-9FC0-BC1C6283A4B5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59B90D2-0916-41B4-AAF7-6BCE1385D543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E42CA6-2180-4EC9-8E42-4D558DCE394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8191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AI는 어떻게 학습할까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3FF2B0-1171-40C3-A5F8-372AF754003A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보통은 데이터, 목표, 반복, 피드백의 과정을 거치며 점점 더 나은 결과를 내도록 조정된다.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8558410-2756-4A95-ACB6-A32E9665E3AB}"/>
              </a:ext>
            </a:extLst>
          </p:cNvPr>
          <p:cNvSpPr>
            <a:spLocks noGrp="1"/>
          </p:cNvSpPr>
          <p:nvPr/>
        </p:nvSpPr>
        <p:spPr>
          <a:xfrm>
            <a:off x="294943" y="2781300"/>
            <a:ext cx="2533650" cy="2305050"/>
          </a:xfrm>
          <a:prstGeom prst="roundRect">
            <a:avLst>
              <a:gd name="adj" fmla="val 3306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3D9DD4E-D844-4131-A270-C2D9F2BE6854}"/>
              </a:ext>
            </a:extLst>
          </p:cNvPr>
          <p:cNvSpPr>
            <a:spLocks noGrp="1"/>
          </p:cNvSpPr>
          <p:nvPr/>
        </p:nvSpPr>
        <p:spPr>
          <a:xfrm>
            <a:off x="466393" y="2952750"/>
            <a:ext cx="514350" cy="514350"/>
          </a:xfrm>
          <a:prstGeom prst="ellipse">
            <a:avLst/>
          </a:prstGeom>
          <a:solidFill>
            <a:srgbClr val="2DBA7F"/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497F99-F9B1-4A7B-BD6C-1AAC27D8EB38}"/>
              </a:ext>
            </a:extLst>
          </p:cNvPr>
          <p:cNvSpPr>
            <a:spLocks noGrp="1"/>
          </p:cNvSpPr>
          <p:nvPr/>
        </p:nvSpPr>
        <p:spPr>
          <a:xfrm>
            <a:off x="466393" y="2952750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162227"/>
                </a:solidFill>
              </a:defRPr>
            </a:pPr>
            <a:r>
              <a:rPr sz="1425" b="1">
                <a:solidFill>
                  <a:srgbClr val="162227"/>
                </a:solidFill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56ECCC-4FC5-4BAE-A7A2-E2E69084C988}"/>
              </a:ext>
            </a:extLst>
          </p:cNvPr>
          <p:cNvSpPr>
            <a:spLocks noGrp="1"/>
          </p:cNvSpPr>
          <p:nvPr/>
        </p:nvSpPr>
        <p:spPr>
          <a:xfrm>
            <a:off x="1114093" y="30289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62227"/>
                </a:solidFill>
              </a:defRPr>
            </a:pPr>
            <a:r>
              <a:rPr sz="1575" b="1">
                <a:solidFill>
                  <a:srgbClr val="162227"/>
                </a:solidFill>
              </a:rPr>
              <a:t>데이터 준비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E2AB66-7660-4602-830A-6FE3E1D32B30}"/>
              </a:ext>
            </a:extLst>
          </p:cNvPr>
          <p:cNvSpPr>
            <a:spLocks noGrp="1"/>
          </p:cNvSpPr>
          <p:nvPr/>
        </p:nvSpPr>
        <p:spPr>
          <a:xfrm>
            <a:off x="504493" y="3657600"/>
            <a:ext cx="21145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34349"/>
                </a:solidFill>
              </a:defRPr>
            </a:pPr>
            <a:r>
              <a:rPr sz="1200" b="0">
                <a:solidFill>
                  <a:srgbClr val="334349"/>
                </a:solidFill>
              </a:rPr>
              <a:t>좋은 예시를 많이 모을수록</a:t>
            </a:r>
          </a:p>
          <a:p>
            <a:pPr algn="l">
              <a:defRPr sz="1200" b="0">
                <a:solidFill>
                  <a:srgbClr val="334349"/>
                </a:solidFill>
              </a:defRPr>
            </a:pPr>
            <a:r>
              <a:rPr sz="1200" b="0">
                <a:solidFill>
                  <a:srgbClr val="334349"/>
                </a:solidFill>
              </a:rPr>
              <a:t>학습의 출발점이 좋아진다.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5B4C16E-A07D-43D5-9D5B-9937C1591D29}"/>
              </a:ext>
            </a:extLst>
          </p:cNvPr>
          <p:cNvSpPr>
            <a:spLocks noGrp="1"/>
          </p:cNvSpPr>
          <p:nvPr/>
        </p:nvSpPr>
        <p:spPr>
          <a:xfrm>
            <a:off x="2891001" y="3657600"/>
            <a:ext cx="361950" cy="228600"/>
          </a:xfrm>
          <a:prstGeom prst="rightArrow">
            <a:avLst/>
          </a:prstGeom>
          <a:solidFill>
            <a:srgbClr val="FFFFFF">
              <a:alpha val="81569"/>
            </a:srgbClr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8B0D3C5-8483-44F4-99BC-840F0CC896C6}"/>
              </a:ext>
            </a:extLst>
          </p:cNvPr>
          <p:cNvSpPr>
            <a:spLocks noGrp="1"/>
          </p:cNvSpPr>
          <p:nvPr/>
        </p:nvSpPr>
        <p:spPr>
          <a:xfrm>
            <a:off x="3272658" y="2781300"/>
            <a:ext cx="2533650" cy="2305050"/>
          </a:xfrm>
          <a:prstGeom prst="roundRect">
            <a:avLst>
              <a:gd name="adj" fmla="val 3306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14081CE-3B66-40F1-B1D8-E09647671069}"/>
              </a:ext>
            </a:extLst>
          </p:cNvPr>
          <p:cNvSpPr>
            <a:spLocks noGrp="1"/>
          </p:cNvSpPr>
          <p:nvPr/>
        </p:nvSpPr>
        <p:spPr>
          <a:xfrm>
            <a:off x="3444108" y="2952750"/>
            <a:ext cx="514350" cy="514350"/>
          </a:xfrm>
          <a:prstGeom prst="ellipse">
            <a:avLst/>
          </a:prstGeom>
          <a:solidFill>
            <a:srgbClr val="E2B75D"/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2F6417-23F5-4206-81D7-31B4E9C1358B}"/>
              </a:ext>
            </a:extLst>
          </p:cNvPr>
          <p:cNvSpPr>
            <a:spLocks noGrp="1"/>
          </p:cNvSpPr>
          <p:nvPr/>
        </p:nvSpPr>
        <p:spPr>
          <a:xfrm>
            <a:off x="3444108" y="2952750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162227"/>
                </a:solidFill>
              </a:defRPr>
            </a:pPr>
            <a:r>
              <a:rPr sz="1425" b="1">
                <a:solidFill>
                  <a:srgbClr val="162227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B05B58-8F30-4FE8-B0F3-EB827A48AE29}"/>
              </a:ext>
            </a:extLst>
          </p:cNvPr>
          <p:cNvSpPr>
            <a:spLocks noGrp="1"/>
          </p:cNvSpPr>
          <p:nvPr/>
        </p:nvSpPr>
        <p:spPr>
          <a:xfrm>
            <a:off x="4091808" y="30289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62227"/>
                </a:solidFill>
              </a:defRPr>
            </a:pPr>
            <a:r>
              <a:rPr sz="1575" b="1">
                <a:solidFill>
                  <a:srgbClr val="162227"/>
                </a:solidFill>
              </a:rPr>
              <a:t>모델의 첫 시도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B0508D-713E-4309-8B6A-19DBA63038A9}"/>
              </a:ext>
            </a:extLst>
          </p:cNvPr>
          <p:cNvSpPr>
            <a:spLocks noGrp="1"/>
          </p:cNvSpPr>
          <p:nvPr/>
        </p:nvSpPr>
        <p:spPr>
          <a:xfrm>
            <a:off x="3482208" y="3657600"/>
            <a:ext cx="21145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34349"/>
                </a:solidFill>
              </a:defRPr>
            </a:pPr>
            <a:r>
              <a:rPr sz="1200" b="0">
                <a:solidFill>
                  <a:srgbClr val="334349"/>
                </a:solidFill>
              </a:rPr>
              <a:t>처음에는 자주 틀리지만,</a:t>
            </a:r>
          </a:p>
          <a:p>
            <a:pPr algn="l">
              <a:defRPr sz="1200" b="0">
                <a:solidFill>
                  <a:srgbClr val="334349"/>
                </a:solidFill>
              </a:defRPr>
            </a:pPr>
            <a:r>
              <a:rPr sz="1200" b="0">
                <a:solidFill>
                  <a:srgbClr val="334349"/>
                </a:solidFill>
              </a:rPr>
              <a:t>입력과 출력을 연결해보며 감을</a:t>
            </a:r>
          </a:p>
          <a:p>
            <a:pPr algn="l">
              <a:defRPr sz="1200" b="0">
                <a:solidFill>
                  <a:srgbClr val="334349"/>
                </a:solidFill>
              </a:defRPr>
            </a:pPr>
            <a:r>
              <a:rPr sz="1200" b="0">
                <a:solidFill>
                  <a:srgbClr val="334349"/>
                </a:solidFill>
              </a:rPr>
              <a:t>잡는다.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F9332E1-63C2-4FEF-AACE-3BD5E6D13D7F}"/>
              </a:ext>
            </a:extLst>
          </p:cNvPr>
          <p:cNvSpPr>
            <a:spLocks noGrp="1"/>
          </p:cNvSpPr>
          <p:nvPr/>
        </p:nvSpPr>
        <p:spPr>
          <a:xfrm>
            <a:off x="5900247" y="3657600"/>
            <a:ext cx="361950" cy="228600"/>
          </a:xfrm>
          <a:prstGeom prst="rightArrow">
            <a:avLst/>
          </a:prstGeom>
          <a:solidFill>
            <a:srgbClr val="FFFFFF">
              <a:alpha val="81569"/>
            </a:srgbClr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68AB64F-84C4-44BA-8180-A30964D916C9}"/>
              </a:ext>
            </a:extLst>
          </p:cNvPr>
          <p:cNvSpPr>
            <a:spLocks noGrp="1"/>
          </p:cNvSpPr>
          <p:nvPr/>
        </p:nvSpPr>
        <p:spPr>
          <a:xfrm>
            <a:off x="6305552" y="2781300"/>
            <a:ext cx="2533650" cy="2305050"/>
          </a:xfrm>
          <a:prstGeom prst="roundRect">
            <a:avLst>
              <a:gd name="adj" fmla="val 3306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F7CB2D2-021F-42EC-8979-857CDC307EBB}"/>
              </a:ext>
            </a:extLst>
          </p:cNvPr>
          <p:cNvSpPr>
            <a:spLocks noGrp="1"/>
          </p:cNvSpPr>
          <p:nvPr/>
        </p:nvSpPr>
        <p:spPr>
          <a:xfrm>
            <a:off x="6477002" y="2952750"/>
            <a:ext cx="514350" cy="514350"/>
          </a:xfrm>
          <a:prstGeom prst="ellipse">
            <a:avLst/>
          </a:prstGeom>
          <a:solidFill>
            <a:srgbClr val="F08A6B"/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D80704-469F-4384-B0C6-235269311773}"/>
              </a:ext>
            </a:extLst>
          </p:cNvPr>
          <p:cNvSpPr>
            <a:spLocks noGrp="1"/>
          </p:cNvSpPr>
          <p:nvPr/>
        </p:nvSpPr>
        <p:spPr>
          <a:xfrm>
            <a:off x="6477002" y="2952750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162227"/>
                </a:solidFill>
              </a:defRPr>
            </a:pPr>
            <a:r>
              <a:rPr sz="1425" b="1">
                <a:solidFill>
                  <a:srgbClr val="162227"/>
                </a:solidFill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3A1E54-46AB-4BA0-A580-40811D5FA3FB}"/>
              </a:ext>
            </a:extLst>
          </p:cNvPr>
          <p:cNvSpPr>
            <a:spLocks noGrp="1"/>
          </p:cNvSpPr>
          <p:nvPr/>
        </p:nvSpPr>
        <p:spPr>
          <a:xfrm>
            <a:off x="7124702" y="30289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62227"/>
                </a:solidFill>
              </a:defRPr>
            </a:pPr>
            <a:r>
              <a:rPr sz="1575" b="1">
                <a:solidFill>
                  <a:srgbClr val="162227"/>
                </a:solidFill>
              </a:rPr>
              <a:t>오차 확인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96D085-9D38-4505-9197-1FFDC1AB6704}"/>
              </a:ext>
            </a:extLst>
          </p:cNvPr>
          <p:cNvSpPr>
            <a:spLocks noGrp="1"/>
          </p:cNvSpPr>
          <p:nvPr/>
        </p:nvSpPr>
        <p:spPr>
          <a:xfrm>
            <a:off x="6515102" y="3657600"/>
            <a:ext cx="21145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34349"/>
                </a:solidFill>
              </a:defRPr>
            </a:pPr>
            <a:r>
              <a:rPr sz="1200" b="0">
                <a:solidFill>
                  <a:srgbClr val="334349"/>
                </a:solidFill>
              </a:rPr>
              <a:t>정답과 얼마나 다른지</a:t>
            </a:r>
          </a:p>
          <a:p>
            <a:pPr algn="l">
              <a:defRPr sz="1200" b="0">
                <a:solidFill>
                  <a:srgbClr val="334349"/>
                </a:solidFill>
              </a:defRPr>
            </a:pPr>
            <a:r>
              <a:rPr sz="1200" b="0">
                <a:solidFill>
                  <a:srgbClr val="334349"/>
                </a:solidFill>
              </a:rPr>
              <a:t>비교하면서 무엇이 부족한지</a:t>
            </a:r>
          </a:p>
          <a:p>
            <a:pPr algn="l">
              <a:defRPr sz="1200" b="0">
                <a:solidFill>
                  <a:srgbClr val="334349"/>
                </a:solidFill>
              </a:defRPr>
            </a:pPr>
            <a:r>
              <a:rPr sz="1200" b="0">
                <a:solidFill>
                  <a:srgbClr val="334349"/>
                </a:solidFill>
              </a:rPr>
              <a:t>본다.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43F2D7F3-8B9C-4F14-A150-18C11E0A1843}"/>
              </a:ext>
            </a:extLst>
          </p:cNvPr>
          <p:cNvSpPr>
            <a:spLocks noGrp="1"/>
          </p:cNvSpPr>
          <p:nvPr/>
        </p:nvSpPr>
        <p:spPr>
          <a:xfrm>
            <a:off x="8838547" y="3657600"/>
            <a:ext cx="361950" cy="228600"/>
          </a:xfrm>
          <a:prstGeom prst="rightArrow">
            <a:avLst/>
          </a:prstGeom>
          <a:solidFill>
            <a:srgbClr val="FFFFFF">
              <a:alpha val="81569"/>
            </a:srgbClr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1005573-0B6E-47B8-976C-6DE5EBEA4A4C}"/>
              </a:ext>
            </a:extLst>
          </p:cNvPr>
          <p:cNvSpPr>
            <a:spLocks noGrp="1"/>
          </p:cNvSpPr>
          <p:nvPr/>
        </p:nvSpPr>
        <p:spPr>
          <a:xfrm>
            <a:off x="9283265" y="2781300"/>
            <a:ext cx="2533650" cy="2305050"/>
          </a:xfrm>
          <a:prstGeom prst="roundRect">
            <a:avLst>
              <a:gd name="adj" fmla="val 3306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218B6F4-4A8D-4754-9182-73D40B00AF90}"/>
              </a:ext>
            </a:extLst>
          </p:cNvPr>
          <p:cNvSpPr>
            <a:spLocks noGrp="1"/>
          </p:cNvSpPr>
          <p:nvPr/>
        </p:nvSpPr>
        <p:spPr>
          <a:xfrm>
            <a:off x="9470481" y="2952750"/>
            <a:ext cx="514350" cy="514350"/>
          </a:xfrm>
          <a:prstGeom prst="ellipse">
            <a:avLst/>
          </a:prstGeom>
          <a:solidFill>
            <a:srgbClr val="DCEFFE"/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FAB25A-6F1B-4A20-93A1-A950412A5B65}"/>
              </a:ext>
            </a:extLst>
          </p:cNvPr>
          <p:cNvSpPr>
            <a:spLocks noGrp="1"/>
          </p:cNvSpPr>
          <p:nvPr/>
        </p:nvSpPr>
        <p:spPr>
          <a:xfrm>
            <a:off x="9470481" y="2952750"/>
            <a:ext cx="51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162227"/>
                </a:solidFill>
              </a:defRPr>
            </a:pPr>
            <a:r>
              <a:rPr sz="1425" b="1">
                <a:solidFill>
                  <a:srgbClr val="162227"/>
                </a:solidFill>
              </a:rPr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D2C83F-65BF-49DE-8CA1-FCCFDA2E239D}"/>
              </a:ext>
            </a:extLst>
          </p:cNvPr>
          <p:cNvSpPr>
            <a:spLocks noGrp="1"/>
          </p:cNvSpPr>
          <p:nvPr/>
        </p:nvSpPr>
        <p:spPr>
          <a:xfrm>
            <a:off x="10118181" y="30289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62227"/>
                </a:solidFill>
              </a:defRPr>
            </a:pPr>
            <a:r>
              <a:rPr sz="1575" b="1">
                <a:solidFill>
                  <a:srgbClr val="162227"/>
                </a:solidFill>
              </a:rPr>
              <a:t>반복 조정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727D97F-1706-42B2-AED4-D230DDF66A01}"/>
              </a:ext>
            </a:extLst>
          </p:cNvPr>
          <p:cNvSpPr>
            <a:spLocks noGrp="1"/>
          </p:cNvSpPr>
          <p:nvPr/>
        </p:nvSpPr>
        <p:spPr>
          <a:xfrm>
            <a:off x="9508581" y="3657600"/>
            <a:ext cx="21145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34349"/>
                </a:solidFill>
              </a:defRPr>
            </a:pPr>
            <a:r>
              <a:rPr sz="1200" b="0">
                <a:solidFill>
                  <a:srgbClr val="334349"/>
                </a:solidFill>
              </a:rPr>
              <a:t>틀린 부분을 조금씩 수정하면서</a:t>
            </a:r>
          </a:p>
          <a:p>
            <a:pPr algn="l">
              <a:defRPr sz="1200" b="0">
                <a:solidFill>
                  <a:srgbClr val="334349"/>
                </a:solidFill>
              </a:defRPr>
            </a:pPr>
            <a:r>
              <a:rPr sz="1200" b="0">
                <a:solidFill>
                  <a:srgbClr val="334349"/>
                </a:solidFill>
              </a:rPr>
              <a:t>점점 성능을 높인다.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DF8414A-1FDC-4B0B-BC6C-314385D8B527}"/>
              </a:ext>
            </a:extLst>
          </p:cNvPr>
          <p:cNvSpPr>
            <a:spLocks noGrp="1"/>
          </p:cNvSpPr>
          <p:nvPr/>
        </p:nvSpPr>
        <p:spPr>
          <a:xfrm>
            <a:off x="1200150" y="5524500"/>
            <a:ext cx="9791700" cy="590550"/>
          </a:xfrm>
          <a:prstGeom prst="roundRect">
            <a:avLst>
              <a:gd name="adj" fmla="val 1290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53AD7E-333A-456D-8A5D-4FF9137BBF6E}"/>
              </a:ext>
            </a:extLst>
          </p:cNvPr>
          <p:cNvSpPr>
            <a:spLocks noGrp="1"/>
          </p:cNvSpPr>
          <p:nvPr/>
        </p:nvSpPr>
        <p:spPr>
          <a:xfrm>
            <a:off x="1504950" y="5695950"/>
            <a:ext cx="918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334349"/>
                </a:solidFill>
              </a:defRPr>
            </a:pPr>
            <a:r>
              <a:rPr sz="1425" b="1">
                <a:solidFill>
                  <a:srgbClr val="334349"/>
                </a:solidFill>
              </a:rPr>
              <a:t>결국 AI 학습은 '한 번에 똑똑해지는 과정'이 아니라, 많이 보고 틀리며 고쳐가는 반복 과정이다.</a:t>
            </a:r>
          </a:p>
        </p:txBody>
      </p:sp>
    </p:spTree>
    <p:extLst>
      <p:ext uri="{BB962C8B-B14F-4D97-AF65-F5344CB8AC3E}">
        <p14:creationId xmlns:p14="http://schemas.microsoft.com/office/powerpoint/2010/main" val="645820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26A3E4A-ADDF-410B-8E0F-2CEE2B7E8A05}"/>
              </a:ext>
            </a:extLst>
          </p:cNvPr>
          <p:cNvSpPr>
            <a:spLocks noGrp="1"/>
          </p:cNvSpPr>
          <p:nvPr/>
        </p:nvSpPr>
        <p:spPr>
          <a:xfrm>
            <a:off x="7543800" y="2400300"/>
            <a:ext cx="3276600" cy="3181350"/>
          </a:xfrm>
          <a:prstGeom prst="roundRect">
            <a:avLst>
              <a:gd name="adj" fmla="val 239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DE470F-F230-4997-80CC-69DE31D91120}"/>
              </a:ext>
            </a:extLst>
          </p:cNvPr>
          <p:cNvSpPr>
            <a:spLocks noGrp="1"/>
          </p:cNvSpPr>
          <p:nvPr/>
        </p:nvSpPr>
        <p:spPr>
          <a:xfrm>
            <a:off x="7772400" y="3048000"/>
            <a:ext cx="28194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 dirty="0" err="1">
                <a:solidFill>
                  <a:srgbClr val="334349"/>
                </a:solidFill>
              </a:rPr>
              <a:t>행동을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해보고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보상을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받으며</a:t>
            </a:r>
            <a:r>
              <a:rPr sz="1275" b="0" dirty="0">
                <a:solidFill>
                  <a:srgbClr val="334349"/>
                </a:solidFill>
              </a:rPr>
              <a:t> 더 </a:t>
            </a:r>
            <a:r>
              <a:rPr sz="1275" b="0" dirty="0" err="1">
                <a:solidFill>
                  <a:srgbClr val="334349"/>
                </a:solidFill>
              </a:rPr>
              <a:t>좋은</a:t>
            </a:r>
            <a:endParaRPr sz="1275" b="0" dirty="0">
              <a:solidFill>
                <a:srgbClr val="334349"/>
              </a:solidFill>
            </a:endParaRP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 dirty="0" err="1">
                <a:solidFill>
                  <a:srgbClr val="334349"/>
                </a:solidFill>
              </a:rPr>
              <a:t>선택을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배우는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방식이다</a:t>
            </a:r>
            <a:r>
              <a:rPr sz="1275" b="0" dirty="0">
                <a:solidFill>
                  <a:srgbClr val="334349"/>
                </a:solidFill>
              </a:rPr>
              <a:t>. </a:t>
            </a:r>
            <a:r>
              <a:rPr sz="1275" b="0" dirty="0" err="1">
                <a:solidFill>
                  <a:srgbClr val="334349"/>
                </a:solidFill>
              </a:rPr>
              <a:t>게임을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하며</a:t>
            </a:r>
            <a:endParaRPr sz="1275" b="0" dirty="0">
              <a:solidFill>
                <a:srgbClr val="334349"/>
              </a:solidFill>
            </a:endParaRP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 dirty="0" err="1">
                <a:solidFill>
                  <a:srgbClr val="334349"/>
                </a:solidFill>
              </a:rPr>
              <a:t>점수를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높이는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전략을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찾는</a:t>
            </a:r>
            <a:r>
              <a:rPr sz="1275" b="0" dirty="0">
                <a:solidFill>
                  <a:srgbClr val="334349"/>
                </a:solidFill>
              </a:rPr>
              <a:t> </a:t>
            </a:r>
            <a:r>
              <a:rPr sz="1275" b="0" dirty="0" err="1">
                <a:solidFill>
                  <a:srgbClr val="334349"/>
                </a:solidFill>
              </a:rPr>
              <a:t>것과</a:t>
            </a:r>
            <a:endParaRPr sz="1275" b="0" dirty="0">
              <a:solidFill>
                <a:srgbClr val="334349"/>
              </a:solidFill>
            </a:endParaRP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 dirty="0" err="1">
                <a:solidFill>
                  <a:srgbClr val="334349"/>
                </a:solidFill>
              </a:rPr>
              <a:t>비슷하다</a:t>
            </a:r>
            <a:r>
              <a:rPr sz="1275" b="0" dirty="0">
                <a:solidFill>
                  <a:srgbClr val="334349"/>
                </a:solidFill>
              </a:rPr>
              <a:t>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ED7AEA-D076-41FC-BCC1-D3EB55E1C56F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73F519-B072-43A8-9346-E64DE2E64CAF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725AF7-FF83-4806-B8EC-514F86CF62DE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E022FD-73D6-4862-9F8F-846325CBD70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THREE MODES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05DF4A-EC2D-4D63-9CF2-FD148F536508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08 / 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E47C5F-9CC9-4D3D-857A-B50046630A2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BFB966-A3E3-4B38-A9C9-6269905C6537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76215E-C2FD-47BF-95B9-C5116F87F2C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429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대표적인 학습 방식 세 가지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7D1290-2C3E-41CA-8098-CE8B542C770E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배우는 방법이 다르면, 잘하는 문제의 종류도 달라진다.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AD12B8E-CBF7-4D01-8AC7-43C588D2D675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76600" cy="3181350"/>
          </a:xfrm>
          <a:prstGeom prst="roundRect">
            <a:avLst>
              <a:gd name="adj" fmla="val 239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28D9C4-D065-4836-AA30-6B86DE129C7F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7660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AEEA30-2CBF-4E1E-99B3-F5B33FD145E5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2819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>
                <a:solidFill>
                  <a:srgbClr val="162227"/>
                </a:solidFill>
              </a:rPr>
              <a:t>지도학습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2D1D76-04BB-447A-A37E-30C3FFD45073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28194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정답이 붙은 데이터를 보며 배우는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방식이다. 사진에 '고양이' '강아지'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같은 이름표가 붙어 있다고 생각하면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쉽다.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6B32E1-3889-4569-A779-9E0036DD54D7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2819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2DB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79ECDE-8187-4BE6-9182-5DA827ACC01E}"/>
              </a:ext>
            </a:extLst>
          </p:cNvPr>
          <p:cNvSpPr>
            <a:spLocks noGrp="1"/>
          </p:cNvSpPr>
          <p:nvPr/>
        </p:nvSpPr>
        <p:spPr>
          <a:xfrm>
            <a:off x="1066800" y="51244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예시: 스팸 메일 분류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B54804D-42BE-4814-84C1-0FE166F18FFA}"/>
              </a:ext>
            </a:extLst>
          </p:cNvPr>
          <p:cNvSpPr>
            <a:spLocks noGrp="1"/>
          </p:cNvSpPr>
          <p:nvPr/>
        </p:nvSpPr>
        <p:spPr>
          <a:xfrm>
            <a:off x="4114800" y="2400300"/>
            <a:ext cx="3276600" cy="3181350"/>
          </a:xfrm>
          <a:prstGeom prst="roundRect">
            <a:avLst>
              <a:gd name="adj" fmla="val 239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44F941-4283-4AF9-B57D-EAB42936F170}"/>
              </a:ext>
            </a:extLst>
          </p:cNvPr>
          <p:cNvSpPr>
            <a:spLocks noGrp="1"/>
          </p:cNvSpPr>
          <p:nvPr/>
        </p:nvSpPr>
        <p:spPr>
          <a:xfrm>
            <a:off x="4114800" y="2400300"/>
            <a:ext cx="3276600" cy="76200"/>
          </a:xfrm>
          <a:prstGeom prst="rect">
            <a:avLst/>
          </a:prstGeom>
          <a:solidFill>
            <a:srgbClr val="E2B7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CAE335-0817-4C26-9BD9-E11BAD190ACA}"/>
              </a:ext>
            </a:extLst>
          </p:cNvPr>
          <p:cNvSpPr>
            <a:spLocks noGrp="1"/>
          </p:cNvSpPr>
          <p:nvPr/>
        </p:nvSpPr>
        <p:spPr>
          <a:xfrm>
            <a:off x="4343400" y="2609850"/>
            <a:ext cx="2819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>
                <a:solidFill>
                  <a:srgbClr val="162227"/>
                </a:solidFill>
              </a:rPr>
              <a:t>비지도학습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141B45-C023-4668-81E5-1385234A75FC}"/>
              </a:ext>
            </a:extLst>
          </p:cNvPr>
          <p:cNvSpPr>
            <a:spLocks noGrp="1"/>
          </p:cNvSpPr>
          <p:nvPr/>
        </p:nvSpPr>
        <p:spPr>
          <a:xfrm>
            <a:off x="4343400" y="3048000"/>
            <a:ext cx="2819400" cy="196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정답표 없이 비슷한 것끼리 묶거나 숨은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구조를 찾는 방식이다. 스스로 공통점을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찾아 정리하는 느낌에 가깝다.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8FADEE6-3E29-4D4F-A809-8821F5F97F10}"/>
              </a:ext>
            </a:extLst>
          </p:cNvPr>
          <p:cNvSpPr>
            <a:spLocks noGrp="1"/>
          </p:cNvSpPr>
          <p:nvPr/>
        </p:nvSpPr>
        <p:spPr>
          <a:xfrm>
            <a:off x="4343400" y="5067300"/>
            <a:ext cx="2819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E2B7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874DE1-C8C7-445E-927A-22D0212A0A66}"/>
              </a:ext>
            </a:extLst>
          </p:cNvPr>
          <p:cNvSpPr>
            <a:spLocks noGrp="1"/>
          </p:cNvSpPr>
          <p:nvPr/>
        </p:nvSpPr>
        <p:spPr>
          <a:xfrm>
            <a:off x="4495800" y="51244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예시: 비슷한 소비자 그룹 찾기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A8504C-E94E-4454-9E53-D296B1030662}"/>
              </a:ext>
            </a:extLst>
          </p:cNvPr>
          <p:cNvSpPr>
            <a:spLocks noGrp="1"/>
          </p:cNvSpPr>
          <p:nvPr/>
        </p:nvSpPr>
        <p:spPr>
          <a:xfrm>
            <a:off x="7543800" y="2400300"/>
            <a:ext cx="327660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3E3A61-3137-460C-8E5A-937C7689F836}"/>
              </a:ext>
            </a:extLst>
          </p:cNvPr>
          <p:cNvSpPr>
            <a:spLocks noGrp="1"/>
          </p:cNvSpPr>
          <p:nvPr/>
        </p:nvSpPr>
        <p:spPr>
          <a:xfrm>
            <a:off x="7772400" y="2586202"/>
            <a:ext cx="2819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 dirty="0" err="1">
                <a:solidFill>
                  <a:srgbClr val="162227"/>
                </a:solidFill>
              </a:rPr>
              <a:t>강화학습</a:t>
            </a:r>
            <a:endParaRPr sz="1650" b="1" dirty="0">
              <a:solidFill>
                <a:srgbClr val="162227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BD7AA64-46DF-4A42-9E84-D3EDAA1C0373}"/>
              </a:ext>
            </a:extLst>
          </p:cNvPr>
          <p:cNvSpPr>
            <a:spLocks noGrp="1"/>
          </p:cNvSpPr>
          <p:nvPr/>
        </p:nvSpPr>
        <p:spPr>
          <a:xfrm>
            <a:off x="7772400" y="5067300"/>
            <a:ext cx="2819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F08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EDFAD3-A66F-4F13-97E7-A4B37771A888}"/>
              </a:ext>
            </a:extLst>
          </p:cNvPr>
          <p:cNvSpPr>
            <a:spLocks noGrp="1"/>
          </p:cNvSpPr>
          <p:nvPr/>
        </p:nvSpPr>
        <p:spPr>
          <a:xfrm>
            <a:off x="7924800" y="51244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예시: 로봇 경로 찾기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F5B1302-5681-4CBC-9105-16401F25CBBC}"/>
              </a:ext>
            </a:extLst>
          </p:cNvPr>
          <p:cNvSpPr>
            <a:spLocks noGrp="1"/>
          </p:cNvSpPr>
          <p:nvPr/>
        </p:nvSpPr>
        <p:spPr>
          <a:xfrm>
            <a:off x="2209800" y="5867400"/>
            <a:ext cx="7772400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84706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54BD83-9B18-44DA-9EAC-C66CAB4D1C1C}"/>
              </a:ext>
            </a:extLst>
          </p:cNvPr>
          <p:cNvSpPr>
            <a:spLocks noGrp="1"/>
          </p:cNvSpPr>
          <p:nvPr/>
        </p:nvSpPr>
        <p:spPr>
          <a:xfrm>
            <a:off x="2514600" y="6010275"/>
            <a:ext cx="7162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34349"/>
                </a:solidFill>
              </a:defRPr>
            </a:pPr>
            <a:r>
              <a:rPr sz="1350" b="1">
                <a:solidFill>
                  <a:srgbClr val="334349"/>
                </a:solidFill>
              </a:rPr>
              <a:t>어떤 방식이 가장 좋으냐보다, 어떤 문제를 풀고 싶은지가 먼저다.</a:t>
            </a:r>
          </a:p>
        </p:txBody>
      </p:sp>
    </p:spTree>
    <p:extLst>
      <p:ext uri="{BB962C8B-B14F-4D97-AF65-F5344CB8AC3E}">
        <p14:creationId xmlns:p14="http://schemas.microsoft.com/office/powerpoint/2010/main" val="51299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54783E0-E4F8-4374-8002-237F0697E9FF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E410723-D993-446A-821E-E495C28AC0D2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106B2F-D1BD-4C29-8F1F-83F92CFA398B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6D856-1394-4654-A185-C6AE6A8C6FE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GEN AI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34802C-9BC9-4E16-85FE-0C33BC91DA0C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09 / 14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D4F896-1020-42AB-B5B4-D89778E80AA6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E9AA08-CD3F-40E4-9F06-51E0D4396CD5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583BD3-81E2-437C-BCB3-7DC9D96F268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8191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생성형 AI와 LLM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BE4E9E-9C86-4EA2-A1DA-7C2C0B80C908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 dirty="0" err="1">
                <a:solidFill>
                  <a:srgbClr val="334349"/>
                </a:solidFill>
              </a:rPr>
              <a:t>기존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AI가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분류와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예측에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강했다면</a:t>
            </a:r>
            <a:r>
              <a:rPr sz="1425" b="0" dirty="0">
                <a:solidFill>
                  <a:srgbClr val="334349"/>
                </a:solidFill>
              </a:rPr>
              <a:t>, </a:t>
            </a:r>
            <a:r>
              <a:rPr sz="1425" b="0" dirty="0" err="1">
                <a:solidFill>
                  <a:srgbClr val="334349"/>
                </a:solidFill>
              </a:rPr>
              <a:t>생성형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AI는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새로운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문장·그림·소리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같은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결과물을</a:t>
            </a:r>
            <a:r>
              <a:rPr sz="1425" b="0" dirty="0">
                <a:solidFill>
                  <a:srgbClr val="334349"/>
                </a:solidFill>
              </a:rPr>
              <a:t> </a:t>
            </a:r>
            <a:r>
              <a:rPr sz="1425" b="0" dirty="0" err="1">
                <a:solidFill>
                  <a:srgbClr val="334349"/>
                </a:solidFill>
              </a:rPr>
              <a:t>만든다</a:t>
            </a:r>
            <a:endParaRPr sz="1425" b="0" dirty="0">
              <a:solidFill>
                <a:srgbClr val="334349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CB9A36-B70D-4B4D-B4D7-94C9037D17A9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2857500" cy="1466850"/>
          </a:xfrm>
          <a:prstGeom prst="roundRect">
            <a:avLst>
              <a:gd name="adj" fmla="val 519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13535F-00A5-4F4B-AD34-1AB6E4F10AEC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2857500" cy="9525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402DC9-B587-42E7-B451-17DA575473BD}"/>
              </a:ext>
            </a:extLst>
          </p:cNvPr>
          <p:cNvSpPr>
            <a:spLocks noGrp="1"/>
          </p:cNvSpPr>
          <p:nvPr/>
        </p:nvSpPr>
        <p:spPr>
          <a:xfrm>
            <a:off x="1143000" y="2838450"/>
            <a:ext cx="2400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>
                <a:solidFill>
                  <a:srgbClr val="162227"/>
                </a:solidFill>
              </a:rPr>
              <a:t>프롬프트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7B8B9F-CC5E-4DC6-85B1-75AA40A75F73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2400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사람이 원하는 작업을 말하거나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적는다.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390FB13-1BDE-4918-A6EC-529AEF51ABF0}"/>
              </a:ext>
            </a:extLst>
          </p:cNvPr>
          <p:cNvSpPr>
            <a:spLocks noGrp="1"/>
          </p:cNvSpPr>
          <p:nvPr/>
        </p:nvSpPr>
        <p:spPr>
          <a:xfrm>
            <a:off x="3877002" y="3162300"/>
            <a:ext cx="704850" cy="400050"/>
          </a:xfrm>
          <a:prstGeom prst="rightArrow">
            <a:avLst/>
          </a:prstGeom>
          <a:solidFill>
            <a:srgbClr val="FFFFFF">
              <a:alpha val="81569"/>
            </a:srgbClr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4DFD5B8-46FB-44FA-A88F-668C10D8C5F3}"/>
              </a:ext>
            </a:extLst>
          </p:cNvPr>
          <p:cNvSpPr>
            <a:spLocks noGrp="1"/>
          </p:cNvSpPr>
          <p:nvPr/>
        </p:nvSpPr>
        <p:spPr>
          <a:xfrm>
            <a:off x="4648200" y="2590800"/>
            <a:ext cx="2857500" cy="1466850"/>
          </a:xfrm>
          <a:prstGeom prst="roundRect">
            <a:avLst>
              <a:gd name="adj" fmla="val 519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D84AE4-97DF-46FD-9E4A-CC4A253B3B80}"/>
              </a:ext>
            </a:extLst>
          </p:cNvPr>
          <p:cNvSpPr>
            <a:spLocks noGrp="1"/>
          </p:cNvSpPr>
          <p:nvPr/>
        </p:nvSpPr>
        <p:spPr>
          <a:xfrm>
            <a:off x="4648200" y="2590800"/>
            <a:ext cx="2857500" cy="95250"/>
          </a:xfrm>
          <a:prstGeom prst="rect">
            <a:avLst/>
          </a:prstGeom>
          <a:solidFill>
            <a:srgbClr val="E2B7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6D227A-FD64-4C98-81FF-BE1A835F9B42}"/>
              </a:ext>
            </a:extLst>
          </p:cNvPr>
          <p:cNvSpPr>
            <a:spLocks noGrp="1"/>
          </p:cNvSpPr>
          <p:nvPr/>
        </p:nvSpPr>
        <p:spPr>
          <a:xfrm>
            <a:off x="4876800" y="2838450"/>
            <a:ext cx="2400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>
                <a:solidFill>
                  <a:srgbClr val="162227"/>
                </a:solidFill>
              </a:rPr>
              <a:t>모델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3F6640-9F8F-443E-AC1A-01B9129D4AF3}"/>
              </a:ext>
            </a:extLst>
          </p:cNvPr>
          <p:cNvSpPr>
            <a:spLocks noGrp="1"/>
          </p:cNvSpPr>
          <p:nvPr/>
        </p:nvSpPr>
        <p:spPr>
          <a:xfrm>
            <a:off x="4876800" y="3276600"/>
            <a:ext cx="2400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221"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배운 패턴을 바탕으로 가장 그럴듯한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다음 결과를 계산한다.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F86F143-9E72-491F-A7BE-49AF8F00DE57}"/>
              </a:ext>
            </a:extLst>
          </p:cNvPr>
          <p:cNvSpPr>
            <a:spLocks noGrp="1"/>
          </p:cNvSpPr>
          <p:nvPr/>
        </p:nvSpPr>
        <p:spPr>
          <a:xfrm>
            <a:off x="7587153" y="3162300"/>
            <a:ext cx="704850" cy="400050"/>
          </a:xfrm>
          <a:prstGeom prst="rightArrow">
            <a:avLst/>
          </a:prstGeom>
          <a:solidFill>
            <a:srgbClr val="FFFFFF">
              <a:alpha val="81569"/>
            </a:srgbClr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4C1131-4C79-4E7D-AC1C-A35C0D00A2AF}"/>
              </a:ext>
            </a:extLst>
          </p:cNvPr>
          <p:cNvSpPr>
            <a:spLocks noGrp="1"/>
          </p:cNvSpPr>
          <p:nvPr/>
        </p:nvSpPr>
        <p:spPr>
          <a:xfrm>
            <a:off x="8382000" y="2590800"/>
            <a:ext cx="2857500" cy="1466850"/>
          </a:xfrm>
          <a:prstGeom prst="roundRect">
            <a:avLst>
              <a:gd name="adj" fmla="val 519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AF7443-8BCB-434C-9D66-D42C5147406D}"/>
              </a:ext>
            </a:extLst>
          </p:cNvPr>
          <p:cNvSpPr>
            <a:spLocks noGrp="1"/>
          </p:cNvSpPr>
          <p:nvPr/>
        </p:nvSpPr>
        <p:spPr>
          <a:xfrm>
            <a:off x="8382000" y="2590800"/>
            <a:ext cx="2857500" cy="9525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B55F65-FC7A-4CB7-8BCC-A875C99BC099}"/>
              </a:ext>
            </a:extLst>
          </p:cNvPr>
          <p:cNvSpPr>
            <a:spLocks noGrp="1"/>
          </p:cNvSpPr>
          <p:nvPr/>
        </p:nvSpPr>
        <p:spPr>
          <a:xfrm>
            <a:off x="8610600" y="2838450"/>
            <a:ext cx="2400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62227"/>
                </a:solidFill>
              </a:defRPr>
            </a:pPr>
            <a:r>
              <a:rPr sz="1650" b="1">
                <a:solidFill>
                  <a:srgbClr val="162227"/>
                </a:solidFill>
              </a:rPr>
              <a:t>결과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DC26FC-CE03-4576-8710-59C991D3E7B9}"/>
              </a:ext>
            </a:extLst>
          </p:cNvPr>
          <p:cNvSpPr>
            <a:spLocks noGrp="1"/>
          </p:cNvSpPr>
          <p:nvPr/>
        </p:nvSpPr>
        <p:spPr>
          <a:xfrm>
            <a:off x="8610600" y="3276600"/>
            <a:ext cx="24003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요약, 답변, 이미지, 코드처럼</a:t>
            </a:r>
          </a:p>
          <a:p>
            <a:pPr algn="l">
              <a:defRPr sz="1275" b="0">
                <a:solidFill>
                  <a:srgbClr val="334349"/>
                </a:solidFill>
              </a:defRPr>
            </a:pPr>
            <a:r>
              <a:rPr sz="1275" b="0">
                <a:solidFill>
                  <a:srgbClr val="334349"/>
                </a:solidFill>
              </a:rPr>
              <a:t>새로운 출력이 나온다.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CFB472F-0040-497C-A1CF-2616CF047794}"/>
              </a:ext>
            </a:extLst>
          </p:cNvPr>
          <p:cNvSpPr>
            <a:spLocks noGrp="1"/>
          </p:cNvSpPr>
          <p:nvPr/>
        </p:nvSpPr>
        <p:spPr>
          <a:xfrm>
            <a:off x="2057400" y="4286250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478">
            <a:solidFill>
              <a:srgbClr val="2DB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4A7A57-73EC-4755-999C-87C31B9B15EC}"/>
              </a:ext>
            </a:extLst>
          </p:cNvPr>
          <p:cNvSpPr>
            <a:spLocks noGrp="1"/>
          </p:cNvSpPr>
          <p:nvPr/>
        </p:nvSpPr>
        <p:spPr>
          <a:xfrm>
            <a:off x="2209800" y="43815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요약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1643223-E6D8-4752-B28D-D900FEB3D4F4}"/>
              </a:ext>
            </a:extLst>
          </p:cNvPr>
          <p:cNvSpPr>
            <a:spLocks noGrp="1"/>
          </p:cNvSpPr>
          <p:nvPr/>
        </p:nvSpPr>
        <p:spPr>
          <a:xfrm>
            <a:off x="3448050" y="4286250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478">
            <a:solidFill>
              <a:srgbClr val="E2B7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0C0F94-ADBB-457F-9506-9CEB6AF556A4}"/>
              </a:ext>
            </a:extLst>
          </p:cNvPr>
          <p:cNvSpPr>
            <a:spLocks noGrp="1"/>
          </p:cNvSpPr>
          <p:nvPr/>
        </p:nvSpPr>
        <p:spPr>
          <a:xfrm>
            <a:off x="3600450" y="43815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번역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5C17001-34A1-4568-B74C-1DB62DC67FE9}"/>
              </a:ext>
            </a:extLst>
          </p:cNvPr>
          <p:cNvSpPr>
            <a:spLocks noGrp="1"/>
          </p:cNvSpPr>
          <p:nvPr/>
        </p:nvSpPr>
        <p:spPr>
          <a:xfrm>
            <a:off x="4838700" y="4286250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478">
            <a:solidFill>
              <a:srgbClr val="F08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03BE4B9-C364-4F05-9DD5-875E956A7874}"/>
              </a:ext>
            </a:extLst>
          </p:cNvPr>
          <p:cNvSpPr>
            <a:spLocks noGrp="1"/>
          </p:cNvSpPr>
          <p:nvPr/>
        </p:nvSpPr>
        <p:spPr>
          <a:xfrm>
            <a:off x="4991100" y="43815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이미지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7691E00-6D4F-4F49-A5F5-F356EA5E88A1}"/>
              </a:ext>
            </a:extLst>
          </p:cNvPr>
          <p:cNvSpPr>
            <a:spLocks noGrp="1"/>
          </p:cNvSpPr>
          <p:nvPr/>
        </p:nvSpPr>
        <p:spPr>
          <a:xfrm>
            <a:off x="6229350" y="4286250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478">
            <a:solidFill>
              <a:srgbClr val="DCEF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490541-1147-438B-9E92-D00913129358}"/>
              </a:ext>
            </a:extLst>
          </p:cNvPr>
          <p:cNvSpPr>
            <a:spLocks noGrp="1"/>
          </p:cNvSpPr>
          <p:nvPr/>
        </p:nvSpPr>
        <p:spPr>
          <a:xfrm>
            <a:off x="6381750" y="43815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코드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71F2996-AB2B-43C4-A1A5-573A40B81FE2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4629150" cy="1314450"/>
          </a:xfrm>
          <a:prstGeom prst="roundRect">
            <a:avLst>
              <a:gd name="adj" fmla="val 5797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A2DBB3-7AE1-4243-87B4-ADC1EF65C66E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462915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251F77-E662-4F30-9164-3DE2CD7FB93F}"/>
              </a:ext>
            </a:extLst>
          </p:cNvPr>
          <p:cNvSpPr>
            <a:spLocks noGrp="1"/>
          </p:cNvSpPr>
          <p:nvPr/>
        </p:nvSpPr>
        <p:spPr>
          <a:xfrm>
            <a:off x="1219200" y="5124450"/>
            <a:ext cx="417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잘하는 일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FDE671-1B91-4B0C-8C8A-527209F4F76C}"/>
              </a:ext>
            </a:extLst>
          </p:cNvPr>
          <p:cNvSpPr>
            <a:spLocks noGrp="1"/>
          </p:cNvSpPr>
          <p:nvPr/>
        </p:nvSpPr>
        <p:spPr>
          <a:xfrm>
            <a:off x="1219200" y="5448300"/>
            <a:ext cx="4171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빠르게 초안을 만들고, 여러 아이디어를 비교하며, 반복</a:t>
            </a:r>
          </a:p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작업의 속도를 높이는 데 강하다.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C384AE4-11AB-4EC8-9FF3-ECE68FD1A5D8}"/>
              </a:ext>
            </a:extLst>
          </p:cNvPr>
          <p:cNvSpPr>
            <a:spLocks noGrp="1"/>
          </p:cNvSpPr>
          <p:nvPr/>
        </p:nvSpPr>
        <p:spPr>
          <a:xfrm>
            <a:off x="6572250" y="4953000"/>
            <a:ext cx="4629150" cy="1314450"/>
          </a:xfrm>
          <a:prstGeom prst="roundRect">
            <a:avLst>
              <a:gd name="adj" fmla="val 5797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2E53CB-F9E6-403C-BBC0-010EE37D8C47}"/>
              </a:ext>
            </a:extLst>
          </p:cNvPr>
          <p:cNvSpPr>
            <a:spLocks noGrp="1"/>
          </p:cNvSpPr>
          <p:nvPr/>
        </p:nvSpPr>
        <p:spPr>
          <a:xfrm>
            <a:off x="6572250" y="4953000"/>
            <a:ext cx="462915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4D9D51F-6193-4E47-8C3A-E6C9E444A0ED}"/>
              </a:ext>
            </a:extLst>
          </p:cNvPr>
          <p:cNvSpPr>
            <a:spLocks noGrp="1"/>
          </p:cNvSpPr>
          <p:nvPr/>
        </p:nvSpPr>
        <p:spPr>
          <a:xfrm>
            <a:off x="6800850" y="5124450"/>
            <a:ext cx="4171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착각하면 안 될 점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55D37B2-D7F7-45CF-B5E7-67F87E4EDF55}"/>
              </a:ext>
            </a:extLst>
          </p:cNvPr>
          <p:cNvSpPr>
            <a:spLocks noGrp="1"/>
          </p:cNvSpPr>
          <p:nvPr/>
        </p:nvSpPr>
        <p:spPr>
          <a:xfrm>
            <a:off x="6800850" y="5448300"/>
            <a:ext cx="4171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말을 잘한다고 해서 사람처럼 이해하거나 항상 사실만 말하는</a:t>
            </a:r>
          </a:p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것은 아니다.</a:t>
            </a:r>
          </a:p>
        </p:txBody>
      </p:sp>
    </p:spTree>
    <p:extLst>
      <p:ext uri="{BB962C8B-B14F-4D97-AF65-F5344CB8AC3E}">
        <p14:creationId xmlns:p14="http://schemas.microsoft.com/office/powerpoint/2010/main" val="175371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CBBC65E-72A9-4921-BC3C-B1880227CA4F}"/>
              </a:ext>
            </a:extLst>
          </p:cNvPr>
          <p:cNvSpPr>
            <a:spLocks noGrp="1"/>
          </p:cNvSpPr>
          <p:nvPr/>
        </p:nvSpPr>
        <p:spPr>
          <a:xfrm>
            <a:off x="8248650" y="23812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0BF92E-01D0-4103-9E87-1CE6F34275D4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9CE21A-6972-40A1-AAC1-0287181DCC7B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445400-CD42-4CEC-A1AB-422B2E9BF16B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E1DBDC-BFDB-4D9E-AA86-25136014FFA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SERVICES NOW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539C9C-846B-45EF-AD93-AE51B410A0EE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10 / 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E8C18-992E-467F-98D3-AED441EB4F77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7C6D38-993C-4043-93BA-9DD09F64518C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13C4B7-2CD6-4AB1-BD01-2327AEF8644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048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대표 AI 서비스는 어떤 것들이 있을까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35DE21-51D1-49A1-A95D-5D7776D217D0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7048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서비스마다 잘하는 일이 조금씩 다르기 때문에, 이름보다 용도를 먼저 보는 것이 중요하다.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C746D9-88BD-4704-8FFB-1EB38A9E1554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CF14D9-54E6-499A-A4DA-EF57133003EA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323850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E99740-9663-4A2E-94F1-134FA60A5E22}"/>
              </a:ext>
            </a:extLst>
          </p:cNvPr>
          <p:cNvSpPr>
            <a:spLocks noGrp="1"/>
          </p:cNvSpPr>
          <p:nvPr/>
        </p:nvSpPr>
        <p:spPr>
          <a:xfrm>
            <a:off x="933450" y="25527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ChatGPT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926D33-8A52-46C8-A874-6384C45BEECA}"/>
              </a:ext>
            </a:extLst>
          </p:cNvPr>
          <p:cNvSpPr>
            <a:spLocks noGrp="1"/>
          </p:cNvSpPr>
          <p:nvPr/>
        </p:nvSpPr>
        <p:spPr>
          <a:xfrm>
            <a:off x="933450" y="2876550"/>
            <a:ext cx="2781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학습, 글쓰기, 조사, 작업 자동화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02E319B-3F52-4639-868A-2C71925B201A}"/>
              </a:ext>
            </a:extLst>
          </p:cNvPr>
          <p:cNvSpPr>
            <a:spLocks noGrp="1"/>
          </p:cNvSpPr>
          <p:nvPr/>
        </p:nvSpPr>
        <p:spPr>
          <a:xfrm>
            <a:off x="933450" y="3295650"/>
            <a:ext cx="27813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2DB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F65E94-C882-4D7E-9E15-9E79C9FD2553}"/>
              </a:ext>
            </a:extLst>
          </p:cNvPr>
          <p:cNvSpPr>
            <a:spLocks noGrp="1"/>
          </p:cNvSpPr>
          <p:nvPr/>
        </p:nvSpPr>
        <p:spPr>
          <a:xfrm>
            <a:off x="1085850" y="33528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OpenAI: 2026-02-27 기준 주간 9억+ 이용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C5067D-62FE-4094-A83D-E355C895FB16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096405-952C-4BD9-95BD-CEE93CCF222A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3238500" cy="76200"/>
          </a:xfrm>
          <a:prstGeom prst="rect">
            <a:avLst/>
          </a:prstGeom>
          <a:solidFill>
            <a:srgbClr val="E2B7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0A9EDC-C128-478A-80C7-74B756D85F8A}"/>
              </a:ext>
            </a:extLst>
          </p:cNvPr>
          <p:cNvSpPr>
            <a:spLocks noGrp="1"/>
          </p:cNvSpPr>
          <p:nvPr/>
        </p:nvSpPr>
        <p:spPr>
          <a:xfrm>
            <a:off x="4705350" y="25527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Gemini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7742BA-F5F8-464C-A3D3-EE61CB0AFA9A}"/>
              </a:ext>
            </a:extLst>
          </p:cNvPr>
          <p:cNvSpPr>
            <a:spLocks noGrp="1"/>
          </p:cNvSpPr>
          <p:nvPr/>
        </p:nvSpPr>
        <p:spPr>
          <a:xfrm>
            <a:off x="4705350" y="2876550"/>
            <a:ext cx="2781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검색, Gmail, 문서, 모바일 연동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F1B950-C763-4031-A5FB-F5BD20FF35D0}"/>
              </a:ext>
            </a:extLst>
          </p:cNvPr>
          <p:cNvSpPr>
            <a:spLocks noGrp="1"/>
          </p:cNvSpPr>
          <p:nvPr/>
        </p:nvSpPr>
        <p:spPr>
          <a:xfrm>
            <a:off x="4705350" y="3295650"/>
            <a:ext cx="27813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E2B7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8243BE-0FAD-4CE8-9820-E8CAFE07DF55}"/>
              </a:ext>
            </a:extLst>
          </p:cNvPr>
          <p:cNvSpPr>
            <a:spLocks noGrp="1"/>
          </p:cNvSpPr>
          <p:nvPr/>
        </p:nvSpPr>
        <p:spPr>
          <a:xfrm>
            <a:off x="4857750" y="33528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Alphabet: 2026-02 기준 월간 7.5억+ 이용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3B9CBA-1992-421C-89CC-F684D0CDA036}"/>
              </a:ext>
            </a:extLst>
          </p:cNvPr>
          <p:cNvSpPr>
            <a:spLocks noGrp="1"/>
          </p:cNvSpPr>
          <p:nvPr/>
        </p:nvSpPr>
        <p:spPr>
          <a:xfrm>
            <a:off x="8248650" y="2381250"/>
            <a:ext cx="323850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9C6F10-994A-4599-A592-2F838CE62ACD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Claude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4F3238-6470-4291-A1A2-F8F1B3D78F7D}"/>
              </a:ext>
            </a:extLst>
          </p:cNvPr>
          <p:cNvSpPr>
            <a:spLocks noGrp="1"/>
          </p:cNvSpPr>
          <p:nvPr/>
        </p:nvSpPr>
        <p:spPr>
          <a:xfrm>
            <a:off x="8477250" y="2876550"/>
            <a:ext cx="2781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요약, 분석, 브레인스토밍, 코딩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18318BD-D41C-4956-8133-1E8562E1B49C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7813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F08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FE3E23-7946-40CB-BB66-993B00CA5ABB}"/>
              </a:ext>
            </a:extLst>
          </p:cNvPr>
          <p:cNvSpPr>
            <a:spLocks noGrp="1"/>
          </p:cNvSpPr>
          <p:nvPr/>
        </p:nvSpPr>
        <p:spPr>
          <a:xfrm>
            <a:off x="8629650" y="33528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Anthropic: 글쓰기·요약·코딩 지원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FA2E07D-3E8A-4C8B-ADA6-A4AC4C6C1A1F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BA596EE-C977-4BE2-9834-F4E728A3717F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3238500" cy="76200"/>
          </a:xfrm>
          <a:prstGeom prst="rect">
            <a:avLst/>
          </a:prstGeom>
          <a:solidFill>
            <a:srgbClr val="DCEF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0B4B4A-0371-435E-9BEF-40E74A845FA4}"/>
              </a:ext>
            </a:extLst>
          </p:cNvPr>
          <p:cNvSpPr>
            <a:spLocks noGrp="1"/>
          </p:cNvSpPr>
          <p:nvPr/>
        </p:nvSpPr>
        <p:spPr>
          <a:xfrm>
            <a:off x="933450" y="42672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Copilot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C24A21-E651-42D8-9E87-A780A65683B5}"/>
              </a:ext>
            </a:extLst>
          </p:cNvPr>
          <p:cNvSpPr>
            <a:spLocks noGrp="1"/>
          </p:cNvSpPr>
          <p:nvPr/>
        </p:nvSpPr>
        <p:spPr>
          <a:xfrm>
            <a:off x="933450" y="4591050"/>
            <a:ext cx="2781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메일, 일정, 문서 초안, 생산성 보조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740AFAE-267C-431C-816F-9C7A335A6FCC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27813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DCEF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0EB2BC5-B654-46B8-8FF1-E188996AF5B4}"/>
              </a:ext>
            </a:extLst>
          </p:cNvPr>
          <p:cNvSpPr>
            <a:spLocks noGrp="1"/>
          </p:cNvSpPr>
          <p:nvPr/>
        </p:nvSpPr>
        <p:spPr>
          <a:xfrm>
            <a:off x="1085850" y="50673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Microsoft: 생산성·창의성·연결 강조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F1CF9CF-C9E4-4992-9FC0-50889918071A}"/>
              </a:ext>
            </a:extLst>
          </p:cNvPr>
          <p:cNvSpPr>
            <a:spLocks noGrp="1"/>
          </p:cNvSpPr>
          <p:nvPr/>
        </p:nvSpPr>
        <p:spPr>
          <a:xfrm>
            <a:off x="4476750" y="40957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AFF40F-0500-4C2C-BD38-242BDA64086F}"/>
              </a:ext>
            </a:extLst>
          </p:cNvPr>
          <p:cNvSpPr>
            <a:spLocks noGrp="1"/>
          </p:cNvSpPr>
          <p:nvPr/>
        </p:nvSpPr>
        <p:spPr>
          <a:xfrm>
            <a:off x="4476750" y="4095750"/>
            <a:ext cx="323850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E1E825-3F15-4C0B-823C-48CD64346208}"/>
              </a:ext>
            </a:extLst>
          </p:cNvPr>
          <p:cNvSpPr>
            <a:spLocks noGrp="1"/>
          </p:cNvSpPr>
          <p:nvPr/>
        </p:nvSpPr>
        <p:spPr>
          <a:xfrm>
            <a:off x="4705350" y="42672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Perplexity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DB40A0-6E51-4741-AAF3-6BCAE64FFEB1}"/>
              </a:ext>
            </a:extLst>
          </p:cNvPr>
          <p:cNvSpPr>
            <a:spLocks noGrp="1"/>
          </p:cNvSpPr>
          <p:nvPr/>
        </p:nvSpPr>
        <p:spPr>
          <a:xfrm>
            <a:off x="4705350" y="4591050"/>
            <a:ext cx="2781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출처를 함께 보여주는 AI 검색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A9B1931-6BCA-49E9-B0A1-660B8F4807F6}"/>
              </a:ext>
            </a:extLst>
          </p:cNvPr>
          <p:cNvSpPr>
            <a:spLocks noGrp="1"/>
          </p:cNvSpPr>
          <p:nvPr/>
        </p:nvSpPr>
        <p:spPr>
          <a:xfrm>
            <a:off x="4705350" y="5010150"/>
            <a:ext cx="27813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2DB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E60410-FF33-49AB-AD4B-094011A06243}"/>
              </a:ext>
            </a:extLst>
          </p:cNvPr>
          <p:cNvSpPr>
            <a:spLocks noGrp="1"/>
          </p:cNvSpPr>
          <p:nvPr/>
        </p:nvSpPr>
        <p:spPr>
          <a:xfrm>
            <a:off x="4857750" y="50673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답변과 함께 링크·인용 제공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035FFA3-247A-4D03-8F8D-EAD547ED44F7}"/>
              </a:ext>
            </a:extLst>
          </p:cNvPr>
          <p:cNvSpPr>
            <a:spLocks noGrp="1"/>
          </p:cNvSpPr>
          <p:nvPr/>
        </p:nvSpPr>
        <p:spPr>
          <a:xfrm>
            <a:off x="8248650" y="40957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2CAEA18-78AD-49EB-B3E8-1168E79BB490}"/>
              </a:ext>
            </a:extLst>
          </p:cNvPr>
          <p:cNvSpPr>
            <a:spLocks noGrp="1"/>
          </p:cNvSpPr>
          <p:nvPr/>
        </p:nvSpPr>
        <p:spPr>
          <a:xfrm>
            <a:off x="8248650" y="4095750"/>
            <a:ext cx="323850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6FCF24A-21A2-4BD4-9E26-4071672E540E}"/>
              </a:ext>
            </a:extLst>
          </p:cNvPr>
          <p:cNvSpPr>
            <a:spLocks noGrp="1"/>
          </p:cNvSpPr>
          <p:nvPr/>
        </p:nvSpPr>
        <p:spPr>
          <a:xfrm>
            <a:off x="8477250" y="42672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GitHub Copilot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85690F-981C-4B25-A934-A25F252AA52C}"/>
              </a:ext>
            </a:extLst>
          </p:cNvPr>
          <p:cNvSpPr>
            <a:spLocks noGrp="1"/>
          </p:cNvSpPr>
          <p:nvPr/>
        </p:nvSpPr>
        <p:spPr>
          <a:xfrm>
            <a:off x="8477250" y="4591050"/>
            <a:ext cx="2781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개발용 코딩 보조와 에이전트 작업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BF2EE61-AC89-437A-BA28-37395C9835C7}"/>
              </a:ext>
            </a:extLst>
          </p:cNvPr>
          <p:cNvSpPr>
            <a:spLocks noGrp="1"/>
          </p:cNvSpPr>
          <p:nvPr/>
        </p:nvSpPr>
        <p:spPr>
          <a:xfrm>
            <a:off x="8477250" y="5010150"/>
            <a:ext cx="27813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84706"/>
            </a:srgbClr>
          </a:solidFill>
          <a:ln w="10478">
            <a:solidFill>
              <a:srgbClr val="F08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6B3650F-6408-4E59-905D-8F327B80621A}"/>
              </a:ext>
            </a:extLst>
          </p:cNvPr>
          <p:cNvSpPr>
            <a:spLocks noGrp="1"/>
          </p:cNvSpPr>
          <p:nvPr/>
        </p:nvSpPr>
        <p:spPr>
          <a:xfrm>
            <a:off x="8629650" y="50673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34349"/>
                </a:solidFill>
              </a:defRPr>
            </a:pPr>
            <a:r>
              <a:rPr sz="1050" b="1">
                <a:solidFill>
                  <a:srgbClr val="334349"/>
                </a:solidFill>
              </a:rPr>
              <a:t>GitHub: 가장 널리 쓰이는 개발 AI 도구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0BAE9E6-55F2-42CC-9DF0-05805631EC1D}"/>
              </a:ext>
            </a:extLst>
          </p:cNvPr>
          <p:cNvSpPr>
            <a:spLocks noGrp="1"/>
          </p:cNvSpPr>
          <p:nvPr/>
        </p:nvSpPr>
        <p:spPr>
          <a:xfrm>
            <a:off x="1600200" y="5829300"/>
            <a:ext cx="8991600" cy="476250"/>
          </a:xfrm>
          <a:prstGeom prst="roundRect">
            <a:avLst>
              <a:gd name="adj" fmla="val 16000"/>
            </a:avLst>
          </a:prstGeom>
          <a:solidFill>
            <a:srgbClr val="FFFFFF">
              <a:alpha val="84706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772DD47-64F3-4B58-90B8-E738BCF6ED4F}"/>
              </a:ext>
            </a:extLst>
          </p:cNvPr>
          <p:cNvSpPr>
            <a:spLocks noGrp="1"/>
          </p:cNvSpPr>
          <p:nvPr/>
        </p:nvSpPr>
        <p:spPr>
          <a:xfrm>
            <a:off x="1847850" y="5962650"/>
            <a:ext cx="849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34349"/>
                </a:solidFill>
              </a:defRPr>
            </a:pPr>
            <a:r>
              <a:rPr sz="1350" b="1">
                <a:solidFill>
                  <a:srgbClr val="334349"/>
                </a:solidFill>
              </a:rPr>
              <a:t>서비스를 고를 때는 '어떤 회사 것이냐'보다 '내가 지금 하려는 작업이 무엇이냐'를 먼저 보는 편이 더 실용적이다.</a:t>
            </a:r>
          </a:p>
        </p:txBody>
      </p:sp>
    </p:spTree>
    <p:extLst>
      <p:ext uri="{BB962C8B-B14F-4D97-AF65-F5344CB8AC3E}">
        <p14:creationId xmlns:p14="http://schemas.microsoft.com/office/powerpoint/2010/main" val="1243585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4347C8B-9E91-4853-8978-ACEA3567F1D0}"/>
              </a:ext>
            </a:extLst>
          </p:cNvPr>
          <p:cNvSpPr>
            <a:spLocks noGrp="1"/>
          </p:cNvSpPr>
          <p:nvPr/>
        </p:nvSpPr>
        <p:spPr>
          <a:xfrm>
            <a:off x="8248650" y="23812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3DA6058-423F-4588-911B-EF208A0CDB22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C12C4E9-49F0-4724-A972-8A821E800E4C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C8F7B1-1F3C-43A0-ABCC-455F1B732318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706B16-22BA-4EA9-96F7-E24E2FCB7B0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REAL LIFE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BB48F5-A021-4022-83FE-D742F624D8E5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11 / 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96C517-33B8-4B77-A625-0322777DB288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9277E9B-6D7C-47EA-ABFD-130B7AAB2CFD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A11D0F-A9FA-4520-ACCF-F95A5E4AD51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048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일상 속 AI 활용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8BE53F-7051-47FB-A1C4-6E32693BE50F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7048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이미 다양한 분야에서 AI는 보조자 역할을 하고 있다.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137FE31-CEA2-457B-92F2-5CFAC1FAF337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97B7F-417F-42F0-B17A-5549462C0C44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323850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669A56-5EB1-4262-9B05-89CDEE159683}"/>
              </a:ext>
            </a:extLst>
          </p:cNvPr>
          <p:cNvSpPr>
            <a:spLocks noGrp="1"/>
          </p:cNvSpPr>
          <p:nvPr/>
        </p:nvSpPr>
        <p:spPr>
          <a:xfrm>
            <a:off x="933450" y="25527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교통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C3A13D-2C63-4ABF-86E2-C2467F7E59B7}"/>
              </a:ext>
            </a:extLst>
          </p:cNvPr>
          <p:cNvSpPr>
            <a:spLocks noGrp="1"/>
          </p:cNvSpPr>
          <p:nvPr/>
        </p:nvSpPr>
        <p:spPr>
          <a:xfrm>
            <a:off x="933450" y="2876550"/>
            <a:ext cx="27813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길찾기, 교통량 예측, 자율주행 보조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7085632-A99D-4396-AC77-04C682F76ADD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378D50-3A62-4C90-B358-A395B7570F8C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3238500" cy="76200"/>
          </a:xfrm>
          <a:prstGeom prst="rect">
            <a:avLst/>
          </a:prstGeom>
          <a:solidFill>
            <a:srgbClr val="E2B7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6425B5-146C-4E71-90E4-077F754069A2}"/>
              </a:ext>
            </a:extLst>
          </p:cNvPr>
          <p:cNvSpPr>
            <a:spLocks noGrp="1"/>
          </p:cNvSpPr>
          <p:nvPr/>
        </p:nvSpPr>
        <p:spPr>
          <a:xfrm>
            <a:off x="4705350" y="25527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의료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DDB512-7665-45CE-A249-55108B8F0902}"/>
              </a:ext>
            </a:extLst>
          </p:cNvPr>
          <p:cNvSpPr>
            <a:spLocks noGrp="1"/>
          </p:cNvSpPr>
          <p:nvPr/>
        </p:nvSpPr>
        <p:spPr>
          <a:xfrm>
            <a:off x="4705350" y="2876550"/>
            <a:ext cx="27813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영상 판독 보조와 질병 위험 예측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4377A6-3B89-41E4-8527-A9CE4B0D2166}"/>
              </a:ext>
            </a:extLst>
          </p:cNvPr>
          <p:cNvSpPr>
            <a:spLocks noGrp="1"/>
          </p:cNvSpPr>
          <p:nvPr/>
        </p:nvSpPr>
        <p:spPr>
          <a:xfrm>
            <a:off x="8248650" y="2381250"/>
            <a:ext cx="323850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CA66F7-6B25-4FB9-9B81-12412C9F045D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교육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765D0F-CC5D-4187-9320-3F4CDAB46E79}"/>
              </a:ext>
            </a:extLst>
          </p:cNvPr>
          <p:cNvSpPr>
            <a:spLocks noGrp="1"/>
          </p:cNvSpPr>
          <p:nvPr/>
        </p:nvSpPr>
        <p:spPr>
          <a:xfrm>
            <a:off x="8477250" y="2876550"/>
            <a:ext cx="27813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맞춤형 학습 추천과 질문 응답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DD1F7CD-4F47-436A-B505-5A76FA901780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BF055B-A18E-44AD-A1E3-53383C560320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3238500" cy="76200"/>
          </a:xfrm>
          <a:prstGeom prst="rect">
            <a:avLst/>
          </a:prstGeom>
          <a:solidFill>
            <a:srgbClr val="DCEF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434E33-73A0-45FF-91F0-33A6F0EB3CA9}"/>
              </a:ext>
            </a:extLst>
          </p:cNvPr>
          <p:cNvSpPr>
            <a:spLocks noGrp="1"/>
          </p:cNvSpPr>
          <p:nvPr/>
        </p:nvSpPr>
        <p:spPr>
          <a:xfrm>
            <a:off x="933450" y="42672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접근성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6FAFA4-1742-494F-95E4-FC2AB4BCC2C9}"/>
              </a:ext>
            </a:extLst>
          </p:cNvPr>
          <p:cNvSpPr>
            <a:spLocks noGrp="1"/>
          </p:cNvSpPr>
          <p:nvPr/>
        </p:nvSpPr>
        <p:spPr>
          <a:xfrm>
            <a:off x="933450" y="4591050"/>
            <a:ext cx="27813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자막, 음성 읽기, 실시간 번역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F45D3ED-AB54-4CCF-83F8-F21F75D3946F}"/>
              </a:ext>
            </a:extLst>
          </p:cNvPr>
          <p:cNvSpPr>
            <a:spLocks noGrp="1"/>
          </p:cNvSpPr>
          <p:nvPr/>
        </p:nvSpPr>
        <p:spPr>
          <a:xfrm>
            <a:off x="4476750" y="40957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AC8CBE-51F0-4E05-B2EA-0F65CD1918E2}"/>
              </a:ext>
            </a:extLst>
          </p:cNvPr>
          <p:cNvSpPr>
            <a:spLocks noGrp="1"/>
          </p:cNvSpPr>
          <p:nvPr/>
        </p:nvSpPr>
        <p:spPr>
          <a:xfrm>
            <a:off x="4476750" y="4095750"/>
            <a:ext cx="323850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1B9CA9-6592-4AFF-BD2C-F321AA292AAB}"/>
              </a:ext>
            </a:extLst>
          </p:cNvPr>
          <p:cNvSpPr>
            <a:spLocks noGrp="1"/>
          </p:cNvSpPr>
          <p:nvPr/>
        </p:nvSpPr>
        <p:spPr>
          <a:xfrm>
            <a:off x="4705350" y="42672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쇼핑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D31BBD-0B25-4F1E-A3BB-A6C0A025E3E3}"/>
              </a:ext>
            </a:extLst>
          </p:cNvPr>
          <p:cNvSpPr>
            <a:spLocks noGrp="1"/>
          </p:cNvSpPr>
          <p:nvPr/>
        </p:nvSpPr>
        <p:spPr>
          <a:xfrm>
            <a:off x="4705350" y="4591050"/>
            <a:ext cx="27813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상품 추천과 수요 예측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3A92CC3-C534-4B18-9AA0-D113A942ACF7}"/>
              </a:ext>
            </a:extLst>
          </p:cNvPr>
          <p:cNvSpPr>
            <a:spLocks noGrp="1"/>
          </p:cNvSpPr>
          <p:nvPr/>
        </p:nvSpPr>
        <p:spPr>
          <a:xfrm>
            <a:off x="8248650" y="40957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B01D129-6C24-4C03-86BA-D6F2F7EE2E46}"/>
              </a:ext>
            </a:extLst>
          </p:cNvPr>
          <p:cNvSpPr>
            <a:spLocks noGrp="1"/>
          </p:cNvSpPr>
          <p:nvPr/>
        </p:nvSpPr>
        <p:spPr>
          <a:xfrm>
            <a:off x="8248650" y="4095750"/>
            <a:ext cx="323850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98A8B9-DD6B-4F53-A547-94EA7C2D6D52}"/>
              </a:ext>
            </a:extLst>
          </p:cNvPr>
          <p:cNvSpPr>
            <a:spLocks noGrp="1"/>
          </p:cNvSpPr>
          <p:nvPr/>
        </p:nvSpPr>
        <p:spPr>
          <a:xfrm>
            <a:off x="8477250" y="42672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콘텐츠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DE882A-DD35-42E7-B444-9E96C1ECD01D}"/>
              </a:ext>
            </a:extLst>
          </p:cNvPr>
          <p:cNvSpPr>
            <a:spLocks noGrp="1"/>
          </p:cNvSpPr>
          <p:nvPr/>
        </p:nvSpPr>
        <p:spPr>
          <a:xfrm>
            <a:off x="8477250" y="4591050"/>
            <a:ext cx="27813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개인화된 추천과 자동 편집 지원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FF21724-8D40-4CBE-B832-49D6647A0F58}"/>
              </a:ext>
            </a:extLst>
          </p:cNvPr>
          <p:cNvSpPr>
            <a:spLocks noGrp="1"/>
          </p:cNvSpPr>
          <p:nvPr/>
        </p:nvSpPr>
        <p:spPr>
          <a:xfrm>
            <a:off x="1600200" y="5829300"/>
            <a:ext cx="8991600" cy="476250"/>
          </a:xfrm>
          <a:prstGeom prst="roundRect">
            <a:avLst>
              <a:gd name="adj" fmla="val 16000"/>
            </a:avLst>
          </a:prstGeom>
          <a:solidFill>
            <a:srgbClr val="FFFFFF">
              <a:alpha val="84706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B7D3B7-9357-4058-B295-959AE620C0FE}"/>
              </a:ext>
            </a:extLst>
          </p:cNvPr>
          <p:cNvSpPr>
            <a:spLocks noGrp="1"/>
          </p:cNvSpPr>
          <p:nvPr/>
        </p:nvSpPr>
        <p:spPr>
          <a:xfrm>
            <a:off x="1847850" y="5962650"/>
            <a:ext cx="849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34349"/>
                </a:solidFill>
              </a:defRPr>
            </a:pPr>
            <a:r>
              <a:rPr sz="1350" b="1">
                <a:solidFill>
                  <a:srgbClr val="334349"/>
                </a:solidFill>
              </a:rPr>
              <a:t>많은 분야에서 AI는 사람을 대체하기보다, 더 빠르고 더 정확하게 돕는 방향으로 먼저 쓰인다.</a:t>
            </a:r>
          </a:p>
        </p:txBody>
      </p:sp>
    </p:spTree>
    <p:extLst>
      <p:ext uri="{BB962C8B-B14F-4D97-AF65-F5344CB8AC3E}">
        <p14:creationId xmlns:p14="http://schemas.microsoft.com/office/powerpoint/2010/main" val="343492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CB468EF-9DF0-4603-92A6-2B7C0E458C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E819B4A-CC64-4C9A-98A7-9BB78DA3676F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8B941C7-46CC-4020-9511-30333D355F02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876AFB-7ACB-4ECA-907B-A6E7D158F21F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0DF616-5691-4FB7-82AE-5896F5536BBA}"/>
              </a:ext>
            </a:extLst>
          </p:cNvPr>
          <p:cNvSpPr>
            <a:spLocks noGrp="1"/>
          </p:cNvSpPr>
          <p:nvPr/>
        </p:nvSpPr>
        <p:spPr>
          <a:xfrm>
            <a:off x="0" y="1714500"/>
            <a:ext cx="6096000" cy="5143500"/>
          </a:xfrm>
          <a:prstGeom prst="rect">
            <a:avLst/>
          </a:prstGeom>
          <a:solidFill>
            <a:srgbClr val="E7FA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8FE112-B848-446C-8364-2C896D86D937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6096000" cy="5143500"/>
          </a:xfrm>
          <a:prstGeom prst="rect">
            <a:avLst/>
          </a:prstGeom>
          <a:solidFill>
            <a:srgbClr val="FFF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C64E15-1712-4CEE-8A94-03EC4D4081F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STRENGTHS VS LIMITS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027C8-CA39-4C9F-8BEC-A588A9EDD88C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12 / 14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51EBE8-D2ED-4718-B32A-03AE042DCE6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7100C0-140D-419C-B7F2-F62EC8DB3DDF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72C270-8859-4441-B5C3-A43F66D3A84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810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AI의 강점과 한계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F2B2C8-8B93-47C1-B578-BE8FFEFF7144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AI를 잘 쓰려면 장점만이 아니라 실패하는 방식도 함께 알아야 한다.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DBECFC-6E8B-4403-BA96-04FE8A0455B6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4991100" cy="3086100"/>
          </a:xfrm>
          <a:prstGeom prst="roundRect">
            <a:avLst>
              <a:gd name="adj" fmla="val 2469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275849-C617-4328-8AF3-968D56EFB051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95250" cy="30861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A45D96-A1DF-4C11-BE77-ECD03DA8D93D}"/>
              </a:ext>
            </a:extLst>
          </p:cNvPr>
          <p:cNvSpPr>
            <a:spLocks noGrp="1"/>
          </p:cNvSpPr>
          <p:nvPr/>
        </p:nvSpPr>
        <p:spPr>
          <a:xfrm>
            <a:off x="1028700" y="2590800"/>
            <a:ext cx="4419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2227"/>
                </a:solidFill>
              </a:defRPr>
            </a:pPr>
            <a:r>
              <a:rPr sz="1800" b="1">
                <a:solidFill>
                  <a:srgbClr val="162227"/>
                </a:solidFill>
              </a:rPr>
              <a:t>AI의 강점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B3AC94-19C6-4FAB-B33D-9F62AA5266EF}"/>
              </a:ext>
            </a:extLst>
          </p:cNvPr>
          <p:cNvSpPr>
            <a:spLocks noGrp="1"/>
          </p:cNvSpPr>
          <p:nvPr/>
        </p:nvSpPr>
        <p:spPr>
          <a:xfrm>
            <a:off x="1028700" y="3105150"/>
            <a:ext cx="4419600" cy="2038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- 빠르게 처리한다</a:t>
            </a:r>
          </a:p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- 많은 데이터를 다룬다</a:t>
            </a:r>
          </a:p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- 반복 작업에 강하다</a:t>
            </a:r>
          </a:p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- 패턴을 잘 찾는다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94BBA67-3B56-4B3C-A72F-F36335D3335B}"/>
              </a:ext>
            </a:extLst>
          </p:cNvPr>
          <p:cNvSpPr>
            <a:spLocks noGrp="1"/>
          </p:cNvSpPr>
          <p:nvPr/>
        </p:nvSpPr>
        <p:spPr>
          <a:xfrm>
            <a:off x="6457950" y="2362200"/>
            <a:ext cx="4991100" cy="3086100"/>
          </a:xfrm>
          <a:prstGeom prst="roundRect">
            <a:avLst>
              <a:gd name="adj" fmla="val 2469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2EDDEC-A800-46C1-B5C0-42CF0637A5A8}"/>
              </a:ext>
            </a:extLst>
          </p:cNvPr>
          <p:cNvSpPr>
            <a:spLocks noGrp="1"/>
          </p:cNvSpPr>
          <p:nvPr/>
        </p:nvSpPr>
        <p:spPr>
          <a:xfrm>
            <a:off x="6457950" y="2362200"/>
            <a:ext cx="95250" cy="30861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8AF8E1-3F61-4051-938B-E3C68474C178}"/>
              </a:ext>
            </a:extLst>
          </p:cNvPr>
          <p:cNvSpPr>
            <a:spLocks noGrp="1"/>
          </p:cNvSpPr>
          <p:nvPr/>
        </p:nvSpPr>
        <p:spPr>
          <a:xfrm>
            <a:off x="6743700" y="2590800"/>
            <a:ext cx="4419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2227"/>
                </a:solidFill>
              </a:defRPr>
            </a:pPr>
            <a:r>
              <a:rPr sz="1800" b="1">
                <a:solidFill>
                  <a:srgbClr val="162227"/>
                </a:solidFill>
              </a:rPr>
              <a:t>AI의 한계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09D300-5BEC-4908-8C89-986D7566FEEF}"/>
              </a:ext>
            </a:extLst>
          </p:cNvPr>
          <p:cNvSpPr>
            <a:spLocks noGrp="1"/>
          </p:cNvSpPr>
          <p:nvPr/>
        </p:nvSpPr>
        <p:spPr>
          <a:xfrm>
            <a:off x="6743700" y="3105150"/>
            <a:ext cx="4419600" cy="2038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- 맥락을 오해할 수 있다</a:t>
            </a:r>
          </a:p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- 틀린 답도 그럴듯하게 말할 수 있다</a:t>
            </a:r>
          </a:p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- 편향을 배울 수 있다</a:t>
            </a:r>
          </a:p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- 최종 책임을 대신 질 수 없다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E41A38-82BA-4355-AFA1-D0ADDAAB7FDC}"/>
              </a:ext>
            </a:extLst>
          </p:cNvPr>
          <p:cNvSpPr>
            <a:spLocks noGrp="1"/>
          </p:cNvSpPr>
          <p:nvPr/>
        </p:nvSpPr>
        <p:spPr>
          <a:xfrm>
            <a:off x="2724150" y="5791200"/>
            <a:ext cx="6743700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87843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421DB2-3665-43BD-9039-5E5BEBDD769B}"/>
              </a:ext>
            </a:extLst>
          </p:cNvPr>
          <p:cNvSpPr>
            <a:spLocks noGrp="1"/>
          </p:cNvSpPr>
          <p:nvPr/>
        </p:nvSpPr>
        <p:spPr>
          <a:xfrm>
            <a:off x="3028950" y="5934075"/>
            <a:ext cx="6134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정답처럼 보여도 출처 확인과 인간의 검토가 꼭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921081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F55E00E-87F4-477F-BD9B-E8A48B9F2AE4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D47E799-0637-46FE-B15D-63220BFFBBE8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F82C1A3-8AE9-47F1-87BA-444B69F1A079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4EE244-1E6F-44E3-AF9E-7EBC4BF9332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ETHICS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A9EC0D-82AD-49B9-8C6B-E0FA7D1EFEA6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13 / 14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DE40DB-EDE1-4D76-AC2E-6D1860677929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76DBDC-B7B6-48F0-B489-87833A58765A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6EE176-1381-414E-989C-3C5B314C59B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239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윤리와 책임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5237-6194-49B7-B7CE-ADE00D598DD3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좋은 기술도 기준 없이 쓰면 문제가 된다.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E8FF41-C04D-4670-A0B3-C5BA6F2F1317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51816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FCB77F-BFAC-4623-B54F-5C6EC47000BF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5181600" cy="76200"/>
          </a:xfrm>
          <a:prstGeom prst="rect">
            <a:avLst/>
          </a:prstGeom>
          <a:solidFill>
            <a:srgbClr val="2DBA7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2978A-2198-40F0-B2C6-3BA136DEDE16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4724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공정성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878443-3084-4A2E-A699-4D30BE4D16A8}"/>
              </a:ext>
            </a:extLst>
          </p:cNvPr>
          <p:cNvSpPr>
            <a:spLocks noGrp="1"/>
          </p:cNvSpPr>
          <p:nvPr/>
        </p:nvSpPr>
        <p:spPr>
          <a:xfrm>
            <a:off x="1104900" y="2895600"/>
            <a:ext cx="47244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특정 집단에 불리한 편향이 생기지 않는지 살펴야 한다.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B2622B-24AD-4611-B043-6873F6206645}"/>
              </a:ext>
            </a:extLst>
          </p:cNvPr>
          <p:cNvSpPr>
            <a:spLocks noGrp="1"/>
          </p:cNvSpPr>
          <p:nvPr/>
        </p:nvSpPr>
        <p:spPr>
          <a:xfrm>
            <a:off x="6134100" y="2400300"/>
            <a:ext cx="51816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CF4D9F-E9B6-48D8-A7DC-57700C585F6F}"/>
              </a:ext>
            </a:extLst>
          </p:cNvPr>
          <p:cNvSpPr>
            <a:spLocks noGrp="1"/>
          </p:cNvSpPr>
          <p:nvPr/>
        </p:nvSpPr>
        <p:spPr>
          <a:xfrm>
            <a:off x="6134100" y="2400300"/>
            <a:ext cx="5181600" cy="76200"/>
          </a:xfrm>
          <a:prstGeom prst="rect">
            <a:avLst/>
          </a:prstGeom>
          <a:solidFill>
            <a:srgbClr val="E2B7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EF9133-C008-495C-BC1A-A3419E0E5D77}"/>
              </a:ext>
            </a:extLst>
          </p:cNvPr>
          <p:cNvSpPr>
            <a:spLocks noGrp="1"/>
          </p:cNvSpPr>
          <p:nvPr/>
        </p:nvSpPr>
        <p:spPr>
          <a:xfrm>
            <a:off x="6362700" y="2571750"/>
            <a:ext cx="4724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개인정보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B824F5-2951-4E5A-B614-ACDDF620AC75}"/>
              </a:ext>
            </a:extLst>
          </p:cNvPr>
          <p:cNvSpPr>
            <a:spLocks noGrp="1"/>
          </p:cNvSpPr>
          <p:nvPr/>
        </p:nvSpPr>
        <p:spPr>
          <a:xfrm>
            <a:off x="6362700" y="2895600"/>
            <a:ext cx="47244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학습과 활용 과정에서 내 정보가 안전한지 확인해야 한다.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6E1836C-177E-4C9E-8D57-7CC485BAF058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51816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F77A52-774F-4ABB-97CC-A8D522F8A1CD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5181600" cy="76200"/>
          </a:xfrm>
          <a:prstGeom prst="rect">
            <a:avLst/>
          </a:prstGeom>
          <a:solidFill>
            <a:srgbClr val="F08A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669B2B-4451-4FC5-9E0D-EE052FF3AE1F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4724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저작권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569320-212E-4EF5-B31E-E547C3FCF796}"/>
              </a:ext>
            </a:extLst>
          </p:cNvPr>
          <p:cNvSpPr>
            <a:spLocks noGrp="1"/>
          </p:cNvSpPr>
          <p:nvPr/>
        </p:nvSpPr>
        <p:spPr>
          <a:xfrm>
            <a:off x="1104900" y="4705350"/>
            <a:ext cx="47244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이미지와 글을 만들 때 다른 사람의 권리를 침해하지 않아야 한다.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4B9150-DAE8-4BCB-8E77-A77F81187B99}"/>
              </a:ext>
            </a:extLst>
          </p:cNvPr>
          <p:cNvSpPr>
            <a:spLocks noGrp="1"/>
          </p:cNvSpPr>
          <p:nvPr/>
        </p:nvSpPr>
        <p:spPr>
          <a:xfrm>
            <a:off x="6134100" y="4210050"/>
            <a:ext cx="5181600" cy="1428750"/>
          </a:xfrm>
          <a:prstGeom prst="roundRect">
            <a:avLst>
              <a:gd name="adj" fmla="val 5333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D9700C-7E13-4CF1-8A3C-EF5239A188F5}"/>
              </a:ext>
            </a:extLst>
          </p:cNvPr>
          <p:cNvSpPr>
            <a:spLocks noGrp="1"/>
          </p:cNvSpPr>
          <p:nvPr/>
        </p:nvSpPr>
        <p:spPr>
          <a:xfrm>
            <a:off x="6134100" y="4210050"/>
            <a:ext cx="5181600" cy="76200"/>
          </a:xfrm>
          <a:prstGeom prst="rect">
            <a:avLst/>
          </a:prstGeom>
          <a:solidFill>
            <a:srgbClr val="DCEF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3569D5-FE4F-48FC-B267-533760655AD8}"/>
              </a:ext>
            </a:extLst>
          </p:cNvPr>
          <p:cNvSpPr>
            <a:spLocks noGrp="1"/>
          </p:cNvSpPr>
          <p:nvPr/>
        </p:nvSpPr>
        <p:spPr>
          <a:xfrm>
            <a:off x="6362700" y="4381500"/>
            <a:ext cx="4724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62227"/>
                </a:solidFill>
              </a:defRPr>
            </a:pPr>
            <a:r>
              <a:rPr sz="1350" b="1">
                <a:solidFill>
                  <a:srgbClr val="162227"/>
                </a:solidFill>
              </a:rPr>
              <a:t>책임성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8D80BD-AD33-4130-836E-6CAF537D218D}"/>
              </a:ext>
            </a:extLst>
          </p:cNvPr>
          <p:cNvSpPr>
            <a:spLocks noGrp="1"/>
          </p:cNvSpPr>
          <p:nvPr/>
        </p:nvSpPr>
        <p:spPr>
          <a:xfrm>
            <a:off x="6362700" y="4705350"/>
            <a:ext cx="47244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349"/>
                </a:solidFill>
              </a:defRPr>
            </a:pPr>
            <a:r>
              <a:rPr sz="1125" b="0">
                <a:solidFill>
                  <a:srgbClr val="334349"/>
                </a:solidFill>
              </a:rPr>
              <a:t>문제가 생겼을 때 누가 판단하고 고칠지 분명해야 한다.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195EB16-0C96-441A-AC83-4EB4867AE389}"/>
              </a:ext>
            </a:extLst>
          </p:cNvPr>
          <p:cNvSpPr>
            <a:spLocks noGrp="1"/>
          </p:cNvSpPr>
          <p:nvPr/>
        </p:nvSpPr>
        <p:spPr>
          <a:xfrm>
            <a:off x="4095750" y="5905500"/>
            <a:ext cx="4000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53EF5E-92E1-406B-B2DB-F380DE510806}"/>
              </a:ext>
            </a:extLst>
          </p:cNvPr>
          <p:cNvSpPr>
            <a:spLocks noGrp="1"/>
          </p:cNvSpPr>
          <p:nvPr/>
        </p:nvSpPr>
        <p:spPr>
          <a:xfrm>
            <a:off x="4248150" y="6000750"/>
            <a:ext cx="3695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AI의 마지막 판단자는 사람이다.</a:t>
            </a:r>
          </a:p>
        </p:txBody>
      </p:sp>
    </p:spTree>
    <p:extLst>
      <p:ext uri="{BB962C8B-B14F-4D97-AF65-F5344CB8AC3E}">
        <p14:creationId xmlns:p14="http://schemas.microsoft.com/office/powerpoint/2010/main" val="96567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2E61DDB-FD11-4859-B924-530701965A5F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9F6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7062B56-A262-4E49-999E-F17B4217928A}"/>
              </a:ext>
            </a:extLst>
          </p:cNvPr>
          <p:cNvSpPr>
            <a:spLocks noGrp="1"/>
          </p:cNvSpPr>
          <p:nvPr/>
        </p:nvSpPr>
        <p:spPr>
          <a:xfrm>
            <a:off x="9334500" y="-762000"/>
            <a:ext cx="3143250" cy="3143250"/>
          </a:xfrm>
          <a:prstGeom prst="ellipse">
            <a:avLst/>
          </a:prstGeom>
          <a:solidFill>
            <a:srgbClr val="FF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5F8E861-964E-4F05-BC61-A813A9ED0C15}"/>
              </a:ext>
            </a:extLst>
          </p:cNvPr>
          <p:cNvSpPr>
            <a:spLocks noGrp="1"/>
          </p:cNvSpPr>
          <p:nvPr/>
        </p:nvSpPr>
        <p:spPr>
          <a:xfrm>
            <a:off x="9620250" y="4762500"/>
            <a:ext cx="2667000" cy="2667000"/>
          </a:xfrm>
          <a:prstGeom prst="ellipse">
            <a:avLst/>
          </a:prstGeom>
          <a:solidFill>
            <a:srgbClr val="FAF0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9BA7D-7319-4A71-A808-AAF892F5163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NEXT STEP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CBAE33-C259-4B49-A471-81F069B1BF27}"/>
              </a:ext>
            </a:extLst>
          </p:cNvPr>
          <p:cNvSpPr>
            <a:spLocks noGrp="1"/>
          </p:cNvSpPr>
          <p:nvPr/>
        </p:nvSpPr>
        <p:spPr>
          <a:xfrm>
            <a:off x="10458450" y="285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334349"/>
                </a:solidFill>
              </a:defRPr>
            </a:pPr>
            <a:r>
              <a:rPr sz="975" b="1">
                <a:solidFill>
                  <a:srgbClr val="334349"/>
                </a:solidFill>
              </a:rPr>
              <a:t>14 / 14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954BA1-08FB-4825-8B57-DA87464FDC41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19050"/>
          </a:xfrm>
          <a:prstGeom prst="rect">
            <a:avLst/>
          </a:prstGeom>
          <a:solidFill>
            <a:srgbClr val="1622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F74E21-2883-462B-938C-AFC1D43BFAFC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71450" cy="171450"/>
          </a:xfrm>
          <a:prstGeom prst="ellipse">
            <a:avLst/>
          </a:prstGeom>
          <a:solidFill>
            <a:srgbClr val="2DBA7F"/>
          </a:solidFill>
          <a:ln w="14288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3843BE-3CA3-49BE-B72A-E00597E324C7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286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62227"/>
                </a:solidFill>
              </a:defRPr>
            </a:pPr>
            <a:r>
              <a:rPr sz="2850" b="1">
                <a:solidFill>
                  <a:srgbClr val="162227"/>
                </a:solidFill>
              </a:rPr>
              <a:t>우리가 준비해야 할 것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3C18C7-229C-4AD2-9A62-9AED939CE0E1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6286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34349"/>
                </a:solidFill>
              </a:defRPr>
            </a:pPr>
            <a:r>
              <a:rPr sz="1425" b="0">
                <a:solidFill>
                  <a:srgbClr val="334349"/>
                </a:solidFill>
              </a:rPr>
              <a:t>AI 시대에 중요한 것은 도구 자체보다 질문하는 힘과 함께 일하는 능력이다.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DD29F7-262D-460E-B2BB-78CF8C60D0F8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6038850" cy="2724150"/>
          </a:xfrm>
          <a:prstGeom prst="roundRect">
            <a:avLst>
              <a:gd name="adj" fmla="val 2797"/>
            </a:avLst>
          </a:prstGeom>
          <a:solidFill>
            <a:srgbClr val="FFFFFF">
              <a:alpha val="87843"/>
            </a:srgbClr>
          </a:solidFill>
          <a:ln w="11430">
            <a:solidFill>
              <a:srgbClr val="162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6BCA99-112F-43BC-8622-EBB24A89DB2E}"/>
              </a:ext>
            </a:extLst>
          </p:cNvPr>
          <p:cNvSpPr>
            <a:spLocks noGrp="1"/>
          </p:cNvSpPr>
          <p:nvPr/>
        </p:nvSpPr>
        <p:spPr>
          <a:xfrm>
            <a:off x="1028700" y="3238500"/>
            <a:ext cx="535305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62227"/>
                </a:solidFill>
              </a:defRPr>
            </a:pPr>
            <a:r>
              <a:rPr sz="2325" b="1">
                <a:solidFill>
                  <a:srgbClr val="162227"/>
                </a:solidFill>
              </a:rPr>
              <a:t>AI를 잘 쓰는 사람은</a:t>
            </a:r>
          </a:p>
          <a:p>
            <a:pPr algn="l">
              <a:defRPr sz="2325" b="1">
                <a:solidFill>
                  <a:srgbClr val="162227"/>
                </a:solidFill>
              </a:defRPr>
            </a:pPr>
            <a:r>
              <a:rPr sz="2325" b="1">
                <a:solidFill>
                  <a:srgbClr val="162227"/>
                </a:solidFill>
              </a:rPr>
              <a:t>정답을 외우는 사람이 아니라</a:t>
            </a:r>
          </a:p>
          <a:p>
            <a:pPr algn="l">
              <a:defRPr sz="2325" b="1">
                <a:solidFill>
                  <a:srgbClr val="162227"/>
                </a:solidFill>
              </a:defRPr>
            </a:pPr>
            <a:r>
              <a:rPr sz="2325" b="1">
                <a:solidFill>
                  <a:srgbClr val="162227"/>
                </a:solidFill>
              </a:rPr>
              <a:t>좋은 질문을 만들고 검증하는 사람이다.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0C6998-9B5C-41A7-9511-CF08B97C6A44}"/>
              </a:ext>
            </a:extLst>
          </p:cNvPr>
          <p:cNvSpPr>
            <a:spLocks noGrp="1"/>
          </p:cNvSpPr>
          <p:nvPr/>
        </p:nvSpPr>
        <p:spPr>
          <a:xfrm>
            <a:off x="7810500" y="2457450"/>
            <a:ext cx="276225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7843"/>
            </a:srgbClr>
          </a:solidFill>
          <a:ln w="10478">
            <a:solidFill>
              <a:srgbClr val="2DB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10EF75-2853-4D99-9CA4-8119F144EE2B}"/>
              </a:ext>
            </a:extLst>
          </p:cNvPr>
          <p:cNvSpPr>
            <a:spLocks noGrp="1"/>
          </p:cNvSpPr>
          <p:nvPr/>
        </p:nvSpPr>
        <p:spPr>
          <a:xfrm>
            <a:off x="7962900" y="2552700"/>
            <a:ext cx="2457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궁금해하기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9EB3349-889E-4CCB-BF4B-D2779A95AAC7}"/>
              </a:ext>
            </a:extLst>
          </p:cNvPr>
          <p:cNvSpPr>
            <a:spLocks noGrp="1"/>
          </p:cNvSpPr>
          <p:nvPr/>
        </p:nvSpPr>
        <p:spPr>
          <a:xfrm>
            <a:off x="7810500" y="2990850"/>
            <a:ext cx="276225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7843"/>
            </a:srgbClr>
          </a:solidFill>
          <a:ln w="10478">
            <a:solidFill>
              <a:srgbClr val="E2B7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F7F98F-1AF0-4F6E-9932-B8D976125798}"/>
              </a:ext>
            </a:extLst>
          </p:cNvPr>
          <p:cNvSpPr>
            <a:spLocks noGrp="1"/>
          </p:cNvSpPr>
          <p:nvPr/>
        </p:nvSpPr>
        <p:spPr>
          <a:xfrm>
            <a:off x="7962900" y="3086100"/>
            <a:ext cx="2457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검증하기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8514D0-BF2C-4122-900E-23496DFBA11F}"/>
              </a:ext>
            </a:extLst>
          </p:cNvPr>
          <p:cNvSpPr>
            <a:spLocks noGrp="1"/>
          </p:cNvSpPr>
          <p:nvPr/>
        </p:nvSpPr>
        <p:spPr>
          <a:xfrm>
            <a:off x="7810500" y="3524250"/>
            <a:ext cx="276225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7843"/>
            </a:srgbClr>
          </a:solidFill>
          <a:ln w="10478">
            <a:solidFill>
              <a:srgbClr val="F08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F00315-0C7C-464B-83A6-A737BE6832B2}"/>
              </a:ext>
            </a:extLst>
          </p:cNvPr>
          <p:cNvSpPr>
            <a:spLocks noGrp="1"/>
          </p:cNvSpPr>
          <p:nvPr/>
        </p:nvSpPr>
        <p:spPr>
          <a:xfrm>
            <a:off x="7962900" y="3619500"/>
            <a:ext cx="2457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문제 정의하기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715FEBE-AA8C-497F-A598-1F430C1603CE}"/>
              </a:ext>
            </a:extLst>
          </p:cNvPr>
          <p:cNvSpPr>
            <a:spLocks noGrp="1"/>
          </p:cNvSpPr>
          <p:nvPr/>
        </p:nvSpPr>
        <p:spPr>
          <a:xfrm>
            <a:off x="7810500" y="4057650"/>
            <a:ext cx="276225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7843"/>
            </a:srgbClr>
          </a:solidFill>
          <a:ln w="10478">
            <a:solidFill>
              <a:srgbClr val="DCEF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7D42C0-1FD1-4BF8-878E-A6B9645D15A4}"/>
              </a:ext>
            </a:extLst>
          </p:cNvPr>
          <p:cNvSpPr>
            <a:spLocks noGrp="1"/>
          </p:cNvSpPr>
          <p:nvPr/>
        </p:nvSpPr>
        <p:spPr>
          <a:xfrm>
            <a:off x="7962900" y="4152900"/>
            <a:ext cx="2457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협업하기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FF53DFA-E6FE-472B-BC4B-7AC49861C041}"/>
              </a:ext>
            </a:extLst>
          </p:cNvPr>
          <p:cNvSpPr>
            <a:spLocks noGrp="1"/>
          </p:cNvSpPr>
          <p:nvPr/>
        </p:nvSpPr>
        <p:spPr>
          <a:xfrm>
            <a:off x="7810500" y="4591050"/>
            <a:ext cx="276225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7843"/>
            </a:srgbClr>
          </a:solidFill>
          <a:ln w="10478">
            <a:solidFill>
              <a:srgbClr val="2DB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F334AF-6246-48E0-969A-71A4E8A1B209}"/>
              </a:ext>
            </a:extLst>
          </p:cNvPr>
          <p:cNvSpPr>
            <a:spLocks noGrp="1"/>
          </p:cNvSpPr>
          <p:nvPr/>
        </p:nvSpPr>
        <p:spPr>
          <a:xfrm>
            <a:off x="7962900" y="4686300"/>
            <a:ext cx="2457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1">
                <a:solidFill>
                  <a:srgbClr val="162227"/>
                </a:solidFill>
              </a:defRPr>
            </a:pPr>
            <a:r>
              <a:rPr sz="1200" b="1">
                <a:solidFill>
                  <a:srgbClr val="162227"/>
                </a:solidFill>
              </a:rPr>
              <a:t>창의적으로 활용하기</a:t>
            </a:r>
          </a:p>
        </p:txBody>
      </p:sp>
    </p:spTree>
    <p:extLst>
      <p:ext uri="{BB962C8B-B14F-4D97-AF65-F5344CB8AC3E}">
        <p14:creationId xmlns:p14="http://schemas.microsoft.com/office/powerpoint/2010/main" val="14112366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2156</Words>
  <Application>Microsoft Office PowerPoint</Application>
  <DocSecurity>0</DocSecurity>
  <PresentationFormat>Widescreen</PresentationFormat>
  <Paragraphs>342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Yoonpyo Hong</cp:lastModifiedBy>
  <cp:revision>2</cp:revision>
  <dcterms:created xsi:type="dcterms:W3CDTF">2026-04-17T04:40:30Z</dcterms:created>
  <dcterms:modified xsi:type="dcterms:W3CDTF">2026-05-11T01:22:26Z</dcterms:modified>
</cp:coreProperties>
</file>